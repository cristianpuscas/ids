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Bună ziua! Tema prezentării mele este Egiptul, una dintre cele mai vechi și mai fascinante civilizații ale lumii. Titlul vine de la istoricul grec Herodot, care a numit Egiptul „darul Nilului”, pentru că fără acest fluviu țara ar fi fost doar deșert. Vom vedea pe scurt geografia, marile perioade istorice, faraonii celebri, piramidele, religia, mumificarea și realizările științifice ale egiptenilor. La final, vom face un salt în prezent, pentru a vedea cum arată Egiptul modern.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Nilul are aproximativ 6.650 de kilometri și curge de la sud spre nord, până în Marea Mediterană. Aproape tot Egiptul este deșert: Valea și Delta Nilului ocupă doar circa 4% din suprafață, dar acolo trăiește aproximativ 95% din populație. În Antichitate, revărsarea anuală a fluviului lăsa în urmă un mâl negru și fertil. De aceea egiptenii își numeau țara Kemet, „pământul negru”, în opoziție cu Deshret, „pământul roșu” al deșertului. Atenție: Egiptul de Sus este în sud, pentru că Nilul curge spre nord.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Istoria Egiptului antic se întinde pe aproximativ trei milenii. În jurul anului 3100 î.Hr., regele Narmer, identificat adesea cu Menes, a unificat Egiptul de Sus și de Jos. Regatul Vechi este epoca marilor piramide. Regatul Mijlociu aduce reunificarea țării și o înflorire a literaturii. Regatul Nou este perioada de maximă putere, cu faraoni precum Hatșepsut și Ramses al II-lea. După cucerirea lui Alexandru cel Mare, în 332 î.Hr., urmează dinastia greacă a Ptolemeilor, care se încheie în anul 30 î.Hr., odată cu moartea Cleopatrei, când Egiptul devine provincie romană.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Faraonul era considerat un rege-zeu, intermediar între oameni și divinități. Keops, din Dinastia a IV-a, este constructorul Marii Piramide. Hatșepsut a domnit aproximativ două decenii ca faraon cu drepturi depline, lucru rar pentru o femeie, și a construit templul spectaculos de la Deir el-Bahari. Ramses al II-lea, supranumit „cel Mare”, a domnit 66 de ani și a ridicat templele de la Abu Simbel. Tutankamon a fost un faraon minor, dar a devenit celebru după ce Howard Carter i-a descoperit, în 1922, mormântul aproape neatins, cu peste 5.000 de obiecte.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Marea Piramidă a lui Keops avea inițial 146,6 metri, iar astăzi, după pierderea vârfului și a învelișului de calcar, are în jur de 138 de metri. A fost ridicată în aproximativ 20 de ani, în jurul anului 2560 î.Hr., din circa 2,3 milioane de blocuri de piatră. Timp de aproximativ 3.800 de ani a fost cea mai înaltă construcție făcută de om. Pe platoul Giza se află trei piramide mari, ale lui Keops, Kefren și Mykerinos, alături de Marele Sfinx. Marea Piramidă este singura dintre cele șapte minuni ale lumii antice care a supraviețuit.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Religia egipteană era politeistă și cuprindea sute de zei, mulți reprezentați cu corp de om și cap de animal. Ra, zeul Soarelui, era considerat creatorul lumii. Osiris domnea peste lumea de dincolo, iar soția sa, Isis, era zeița magiei și ocrotitoarea mamelor. Fiul lor, Horus, zeul-șoim, era protectorul faraonului. Anubis, cu cap de șacal, veghea asupra îmbălsămării, iar Thot, adesea cu cap de ibis, era zeul scrisului și al înțelepciunii. Deasupra tuturor stătea Maat: ideea de adevăr, dreptate și echilibru, pe care faraonul trebuia să o apere.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Egiptenii credeau că sufletul are nevoie de un corp păstrat intact pentru viața de apoi. Întregul proces dura aproximativ 70 de zile. Preoții îmbălsămători scoteau organele interne și le păstrau în vase canope, dar lăsau inima în corp, fiind considerată sediul minții și al sufletului. Corpul era acoperit cu natron, o sare naturală, timp de circa 40 de zile, apoi era uns și înfășurat în fâșii de in. Conform „Cărții Morților”, inima celui decedat era cântărită în fața lui Osiris, pe o balanță, cu pana lui Maat.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Scrierea hieroglifică folosea în perioada clasică aproximativ 700 de semne, iar în epoca greco-romană numărul lor a ajuns la câteva mii. Mult timp nimeni nu a mai știut să le citească, până la descoperirea Pietrei de la Rosetta, în 1799. Textul ei apare în hieroglife, demotică și greacă, iar Jean-François Champollion a anunțat descifrarea în 1822. Egiptenii scriau pe papirus și foloseau un calendar de 365 de zile. Papirusul Edwin Smith descrie 48 de cazuri de răni și fracturi, papirusul Ebers conține sute de rețete, iar papirusul Rhind cuprinde probleme de aritmetică și geometrie.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Egiptul modern este o republică cu capitala la Cairo și o populație de peste 109 milioane de locuitori în interiorul țării, potrivit agenției naționale de statistică CAPMAS; estimările ONU sunt și mai mari. Limba oficială este araba. Canalul Suez, deschis în 1869, leagă Marea Mediterană de Marea Roșie și este una dintre cele mai importante rute comerciale ale lumii. La 1 noiembrie 2025 a fost inaugurat oficial Marele Muzeu Egiptean de lângă Giza, cel mai mare muzeu dedicat unei singure civilizații, deschis publicului din 4 noiembrie. În 2025, Egiptul a primit un record de aproximativ 19 milioane de turiști.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Pentru a încheia, aș vrea să rețineți trei idei. Prima: fără Nil, civilizația egipteană nu ar fi existat, deoarece fluviul a transformat deșertul într-un pământ fertil. A doua: egiptenii antici ne-au lăsat moșteniri care încă ne impresionează, de la piramide și hieroglife, până la calendarul de 365 de zile și primele texte medicale. A treia: această moștenire nu aparține doar trecutului, ci atrage milioane de turiști și face parte din identitatea Egiptului modern. Vă mulțumesc pentru atenție și aștept cu plăcere întrebările voastre!
Surse:
1. Britannica — Nile River — https://www.britannica.com/place/Nile-River
2. FAO AQUASTAT — Egypt: Geography, population and water resources — https://www.fao.org/4/v8260b/V8260B0p.htm
3. The Metropolitan Museum of Art — Egypt in the New Kingdom (ca. 1550–1070 B.C.) — https://www.metmuseum.org/essays/egypt-in-the-new-kingdom-ca-1550-1070-b-c
4. Wikipedia — Great Pyramid of Giza — https://en.wikipedia.org/wiki/Great_Pyramid_of_Giza
5. Smithsonian — Ask Smithsonian: How Do You Make a Mummy? — https://www.smithsonianmag.com/smithsonian-institution/ask-smithsonian-how-do-you-make-mummy-180957059/
6. British Museum — The Rosetta Stone: everything you need to know — https://www.britishmuseum.org/blog/everything-you-ever-wanted-know-about-rosetta-stone
7. Ahram Online — Egypt domestic population reaches 109 million: CAPMAS (mai 2026) — https://english.ahram.org.eg/NewsContentP/1/567589/Egypt/Egypt-domestic-population-reaches--million-CAPMAS.aspx
8. Egyptian Streets — Everything You Need to Know About the Grand Egyptian Museum Opening — https://egyptianstreets.com/2025/10/28/everything-you-need-to-know-about-the-grand-egyptian-museum-opening/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image" Target="../media/image-1-4.jpg"/><Relationship Id="rId5" Type="http://schemas.openxmlformats.org/officeDocument/2006/relationships/image" Target="../media/image-1-5.jp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1.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slideLayout" Target="../slideLayouts/slideLayout1.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slideLayout" Target="../slideLayouts/slideLayout1.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image" Target="../media/image-10-4.jp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2B"/>
        </a:solidFill>
      </p:bgPr>
    </p:bg>
    <p:spTree>
      <p:nvGrpSpPr>
        <p:cNvPr id="1" name=""/>
        <p:cNvGrpSpPr/>
        <p:nvPr/>
      </p:nvGrpSpPr>
      <p:grpSpPr>
        <a:xfrm>
          <a:off x="0" y="0"/>
          <a:ext cx="0" cy="0"/>
          <a:chOff x="0" y="0"/>
          <a:chExt cx="0" cy="0"/>
        </a:xfrm>
      </p:grpSpPr>
      <p:pic>
        <p:nvPicPr>
          <p:cNvPr id="3" name="bg0" descr="cache/pyramids_sunset_2133x1200_0.jpg">    </p:cNvPr>
          <p:cNvPicPr>
            <a:picLocks noChangeAspect="1"/>
          </p:cNvPicPr>
          <p:nvPr/>
        </p:nvPicPr>
        <p:blipFill>
          <a:blip r:embed="rId1"/>
          <a:stretch>
            <a:fillRect/>
          </a:stretch>
        </p:blipFill>
        <p:spPr>
          <a:xfrm>
            <a:off x="0" y="0"/>
            <a:ext cx="12191695" cy="6858000"/>
          </a:xfrm>
          <a:prstGeom prst="rect">
            <a:avLst/>
          </a:prstGeom>
        </p:spPr>
      </p:pic>
      <p:pic>
        <p:nvPicPr>
          <p:cNvPr id="4" name="bg1" descr="cache/nile_felucca_2133x1200_0.jpg">    </p:cNvPr>
          <p:cNvPicPr>
            <a:picLocks noChangeAspect="1"/>
          </p:cNvPicPr>
          <p:nvPr/>
        </p:nvPicPr>
        <p:blipFill>
          <a:blip r:embed="rId2"/>
          <a:stretch>
            <a:fillRect/>
          </a:stretch>
        </p:blipFill>
        <p:spPr>
          <a:xfrm>
            <a:off x="0" y="0"/>
            <a:ext cx="12191695" cy="6858000"/>
          </a:xfrm>
          <a:prstGeom prst="rect">
            <a:avLst/>
          </a:prstGeom>
        </p:spPr>
      </p:pic>
      <p:pic>
        <p:nvPicPr>
          <p:cNvPr id="5" name="bg2" descr="cache/temple_columns_2133x1200_0.jpg">    </p:cNvPr>
          <p:cNvPicPr>
            <a:picLocks noChangeAspect="1"/>
          </p:cNvPicPr>
          <p:nvPr/>
        </p:nvPicPr>
        <p:blipFill>
          <a:blip r:embed="rId3"/>
          <a:stretch>
            <a:fillRect/>
          </a:stretch>
        </p:blipFill>
        <p:spPr>
          <a:xfrm>
            <a:off x="0" y="0"/>
            <a:ext cx="12191695" cy="6858000"/>
          </a:xfrm>
          <a:prstGeom prst="rect">
            <a:avLst/>
          </a:prstGeom>
        </p:spPr>
      </p:pic>
      <p:pic>
        <p:nvPicPr>
          <p:cNvPr id="6" name="bg3" descr="cache/sphinx_night_2133x1200_0.jpg">    </p:cNvPr>
          <p:cNvPicPr>
            <a:picLocks noChangeAspect="1"/>
          </p:cNvPicPr>
          <p:nvPr/>
        </p:nvPicPr>
        <p:blipFill>
          <a:blip r:embed="rId4"/>
          <a:stretch>
            <a:fillRect/>
          </a:stretch>
        </p:blipFill>
        <p:spPr>
          <a:xfrm>
            <a:off x="0" y="0"/>
            <a:ext cx="12191695" cy="6858000"/>
          </a:xfrm>
          <a:prstGeom prst="rect">
            <a:avLst/>
          </a:prstGeom>
        </p:spPr>
      </p:pic>
      <p:pic>
        <p:nvPicPr>
          <p:cNvPr id="7" name="bg4" descr="cache/obelisk_dawn_2133x1200_0.jpg">    </p:cNvPr>
          <p:cNvPicPr>
            <a:picLocks noChangeAspect="1"/>
          </p:cNvPicPr>
          <p:nvPr/>
        </p:nvPicPr>
        <p:blipFill>
          <a:blip r:embed="rId5"/>
          <a:stretch>
            <a:fillRect/>
          </a:stretch>
        </p:blipFill>
        <p:spPr>
          <a:xfrm>
            <a:off x="0" y="0"/>
            <a:ext cx="12191695" cy="6858000"/>
          </a:xfrm>
          <a:prstGeom prst="rect">
            <a:avLst/>
          </a:prstGeom>
        </p:spPr>
      </p:pic>
      <p:pic>
        <p:nvPicPr>
          <p:cNvPr id="8" name="veil" descr="cache/veil.png">    </p:cNvPr>
          <p:cNvPicPr>
            <a:picLocks noChangeAspect="1"/>
          </p:cNvPicPr>
          <p:nvPr/>
        </p:nvPicPr>
        <p:blipFill>
          <a:blip r:embed="rId6"/>
          <a:stretch>
            <a:fillRect/>
          </a:stretch>
        </p:blipFill>
        <p:spPr>
          <a:xfrm>
            <a:off x="0" y="0"/>
            <a:ext cx="12191695" cy="6858000"/>
          </a:xfrm>
          <a:prstGeom prst="rect">
            <a:avLst/>
          </a:prstGeom>
        </p:spPr>
      </p:pic>
      <p:sp>
        <p:nvSpPr>
          <p:cNvPr id="9" name="ankh_c"/>
          <p:cNvSpPr/>
          <p:nvPr/>
        </p:nvSpPr>
        <p:spPr>
          <a:xfrm>
            <a:off x="731520" y="1097280"/>
            <a:ext cx="1005840" cy="1005840"/>
          </a:xfrm>
          <a:prstGeom prst="ellipse">
            <a:avLst/>
          </a:prstGeom>
          <a:solidFill>
            <a:srgbClr val="D4A537"/>
          </a:solidFill>
          <a:ln w="19050">
            <a:solidFill>
              <a:srgbClr val="D4A537"/>
            </a:solidFill>
            <a:prstDash val="solid"/>
          </a:ln>
        </p:spPr>
      </p:sp>
      <p:pic>
        <p:nvPicPr>
          <p:cNvPr id="10" name="ankh_i" descr="preencoded.png">    </p:cNvPr>
          <p:cNvPicPr>
            <a:picLocks noChangeAspect="1"/>
          </p:cNvPicPr>
          <p:nvPr/>
        </p:nvPicPr>
        <p:blipFill>
          <a:blip r:embed="rId7"/>
          <a:stretch>
            <a:fillRect/>
          </a:stretch>
        </p:blipFill>
        <p:spPr>
          <a:xfrm>
            <a:off x="932688" y="1298448"/>
            <a:ext cx="603504" cy="603504"/>
          </a:xfrm>
          <a:prstGeom prst="rect">
            <a:avLst/>
          </a:prstGeom>
        </p:spPr>
      </p:pic>
      <p:sp>
        <p:nvSpPr>
          <p:cNvPr id="11" name="t1"/>
          <p:cNvSpPr txBox="1"/>
          <p:nvPr/>
        </p:nvSpPr>
        <p:spPr>
          <a:xfrm>
            <a:off x="731520" y="2331720"/>
            <a:ext cx="6035040" cy="1188720"/>
          </a:xfrm>
          <a:prstGeom prst="rect">
            <a:avLst/>
          </a:prstGeom>
          <a:noFill/>
          <a:ln/>
        </p:spPr>
        <p:txBody>
          <a:bodyPr wrap="square" lIns="0" tIns="0" rIns="0" bIns="0" rtlCol="0" anchor="ctr"/>
          <a:lstStyle/>
          <a:p>
            <a:pPr indent="0" marL="0">
              <a:buNone/>
            </a:pPr>
            <a:r>
              <a:rPr lang="en-US" sz="6600" b="1" spc="600" kern="0" dirty="0">
                <a:solidFill>
                  <a:srgbClr val="D4A537"/>
                </a:solidFill>
                <a:latin typeface="Bookman Old Style" pitchFamily="34" charset="0"/>
                <a:ea typeface="Bookman Old Style" pitchFamily="34" charset="-122"/>
                <a:cs typeface="Bookman Old Style" pitchFamily="34" charset="-120"/>
              </a:rPr>
              <a:t>EGIPTUL</a:t>
            </a:r>
            <a:endParaRPr lang="en-US" sz="6600" dirty="0"/>
          </a:p>
        </p:txBody>
      </p:sp>
      <p:sp>
        <p:nvSpPr>
          <p:cNvPr id="12" name="t2"/>
          <p:cNvSpPr txBox="1"/>
          <p:nvPr/>
        </p:nvSpPr>
        <p:spPr>
          <a:xfrm>
            <a:off x="731520" y="3474720"/>
            <a:ext cx="6035040" cy="731520"/>
          </a:xfrm>
          <a:prstGeom prst="rect">
            <a:avLst/>
          </a:prstGeom>
          <a:noFill/>
          <a:ln/>
        </p:spPr>
        <p:txBody>
          <a:bodyPr wrap="square" lIns="0" tIns="0" rIns="0" bIns="0" rtlCol="0" anchor="ctr"/>
          <a:lstStyle/>
          <a:p>
            <a:pPr indent="0" marL="0">
              <a:buNone/>
            </a:pPr>
            <a:r>
              <a:rPr lang="en-US" sz="3400" i="1" dirty="0">
                <a:solidFill>
                  <a:srgbClr val="EADBC0"/>
                </a:solidFill>
                <a:latin typeface="Bookman Old Style" pitchFamily="34" charset="0"/>
                <a:ea typeface="Bookman Old Style" pitchFamily="34" charset="-122"/>
                <a:cs typeface="Bookman Old Style" pitchFamily="34" charset="-120"/>
              </a:rPr>
              <a:t>Darul Nilului</a:t>
            </a:r>
            <a:endParaRPr lang="en-US" sz="3400" dirty="0"/>
          </a:p>
        </p:txBody>
      </p:sp>
      <p:sp>
        <p:nvSpPr>
          <p:cNvPr id="13" name="t3"/>
          <p:cNvSpPr txBox="1"/>
          <p:nvPr/>
        </p:nvSpPr>
        <p:spPr>
          <a:xfrm>
            <a:off x="731520" y="4343400"/>
            <a:ext cx="5669280" cy="82296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O călătorie de 5.000 de ani, de la faraoni la Egiptul de azi</a:t>
            </a:r>
            <a:endParaRPr lang="en-US" sz="1800" dirty="0"/>
          </a:p>
        </p:txBody>
      </p:sp>
      <p:sp>
        <p:nvSpPr>
          <p:cNvPr id="14" name="t4"/>
          <p:cNvSpPr txBox="1"/>
          <p:nvPr/>
        </p:nvSpPr>
        <p:spPr>
          <a:xfrm>
            <a:off x="731520" y="5852160"/>
            <a:ext cx="5486400" cy="365760"/>
          </a:xfrm>
          <a:prstGeom prst="rect">
            <a:avLst/>
          </a:prstGeom>
          <a:noFill/>
          <a:ln/>
        </p:spPr>
        <p:txBody>
          <a:bodyPr wrap="square" lIns="0" tIns="0" rIns="0" bIns="0" rtlCol="0" anchor="ctr"/>
          <a:lstStyle/>
          <a:p>
            <a:pPr indent="0" marL="0">
              <a:buNone/>
            </a:pPr>
            <a:r>
              <a:rPr lang="en-US" sz="1200" dirty="0">
                <a:solidFill>
                  <a:srgbClr val="A9B4C4"/>
                </a:solidFill>
                <a:latin typeface="Calibri" pitchFamily="34" charset="0"/>
                <a:ea typeface="Calibri" pitchFamily="34" charset="-122"/>
                <a:cs typeface="Calibri" pitchFamily="34" charset="-120"/>
              </a:rPr>
              <a:t>Prezentare universitară  ·  2026</a:t>
            </a:r>
            <a:endParaRPr lang="en-US" sz="12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00"/>
                            </p:stCondLst>
                            <p:childTnLst>
                              <p:par>
                                <p:cTn id="5" presetID="53"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700" fill="hold" decel="100000"/>
                                        <p:tgtEl>
                                          <p:spTgt spid="9"/>
                                        </p:tgtEl>
                                        <p:attrNameLst>
                                          <p:attrName>ppt_w</p:attrName>
                                        </p:attrNameLst>
                                      </p:cBhvr>
                                      <p:tavLst>
                                        <p:tav tm="0">
                                          <p:val>
                                            <p:strVal val="0"/>
                                          </p:val>
                                        </p:tav>
                                        <p:tav tm="100000">
                                          <p:val>
                                            <p:strVal val="#ppt_w"/>
                                          </p:val>
                                        </p:tav>
                                      </p:tavLst>
                                    </p:anim>
                                    <p:anim calcmode="lin" valueType="num">
                                      <p:cBhvr additive="base">
                                        <p:cTn id="8" dur="700" fill="hold" decel="100000"/>
                                        <p:tgtEl>
                                          <p:spTgt spid="9"/>
                                        </p:tgtEl>
                                        <p:attrNameLst>
                                          <p:attrName>ppt_h</p:attrName>
                                        </p:attrNameLst>
                                      </p:cBhvr>
                                      <p:tavLst>
                                        <p:tav tm="0">
                                          <p:val>
                                            <p:strVal val="0"/>
                                          </p:val>
                                        </p:tav>
                                        <p:tav tm="100000">
                                          <p:val>
                                            <p:strVal val="#ppt_h"/>
                                          </p:val>
                                        </p:tav>
                                      </p:tavLst>
                                    </p:anim>
                                    <p:animEffect transition="in" filter="fade">
                                      <p:cBhvr>
                                        <p:cTn id="9" dur="700"/>
                                        <p:tgtEl>
                                          <p:spTgt spid="9"/>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700" fill="hold" decel="100000"/>
                                        <p:tgtEl>
                                          <p:spTgt spid="10"/>
                                        </p:tgtEl>
                                        <p:attrNameLst>
                                          <p:attrName>ppt_w</p:attrName>
                                        </p:attrNameLst>
                                      </p:cBhvr>
                                      <p:tavLst>
                                        <p:tav tm="0">
                                          <p:val>
                                            <p:strVal val="0"/>
                                          </p:val>
                                        </p:tav>
                                        <p:tav tm="100000">
                                          <p:val>
                                            <p:strVal val="#ppt_w"/>
                                          </p:val>
                                        </p:tav>
                                      </p:tavLst>
                                    </p:anim>
                                    <p:anim calcmode="lin" valueType="num">
                                      <p:cBhvr additive="base">
                                        <p:cTn id="13" dur="700" fill="hold" decel="100000"/>
                                        <p:tgtEl>
                                          <p:spTgt spid="10"/>
                                        </p:tgtEl>
                                        <p:attrNameLst>
                                          <p:attrName>ppt_h</p:attrName>
                                        </p:attrNameLst>
                                      </p:cBhvr>
                                      <p:tavLst>
                                        <p:tav tm="0">
                                          <p:val>
                                            <p:strVal val="0"/>
                                          </p:val>
                                        </p:tav>
                                        <p:tav tm="100000">
                                          <p:val>
                                            <p:strVal val="#ppt_h"/>
                                          </p:val>
                                        </p:tav>
                                      </p:tavLst>
                                    </p:anim>
                                    <p:animEffect transition="in" filter="fade">
                                      <p:cBhvr>
                                        <p:cTn id="14" dur="700"/>
                                        <p:tgtEl>
                                          <p:spTgt spid="10"/>
                                        </p:tgtEl>
                                      </p:cBhvr>
                                    </p:animEffect>
                                  </p:childTnLst>
                                </p:cTn>
                              </p:par>
                            </p:childTnLst>
                          </p:cTn>
                        </p:par>
                        <p:par>
                          <p:cTn id="15" fill="hold">
                            <p:stCondLst>
                              <p:cond delay="700"/>
                            </p:stCondLst>
                            <p:childTnLst>
                              <p:par>
                                <p:cTn id="16" presetID="2" presetClass="entr" presetSubtype="8" fill="hold" grpId="0" nodeType="after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additive="base">
                                        <p:cTn id="18" dur="800" fill="hold" decel="100000"/>
                                        <p:tgtEl>
                                          <p:spTgt spid="11"/>
                                        </p:tgtEl>
                                        <p:attrNameLst>
                                          <p:attrName>ppt_x</p:attrName>
                                        </p:attrNameLst>
                                      </p:cBhvr>
                                      <p:tavLst>
                                        <p:tav tm="0">
                                          <p:val>
                                            <p:strVal val="0-#ppt_w/2"/>
                                          </p:val>
                                        </p:tav>
                                        <p:tav tm="100000">
                                          <p:val>
                                            <p:strVal val="#ppt_x"/>
                                          </p:val>
                                        </p:tav>
                                      </p:tavLst>
                                    </p:anim>
                                    <p:anim calcmode="lin" valueType="num">
                                      <p:cBhvr additive="base">
                                        <p:cTn id="19" dur="800" fill="hold" decel="100000"/>
                                        <p:tgtEl>
                                          <p:spTgt spid="11"/>
                                        </p:tgtEl>
                                        <p:attrNameLst>
                                          <p:attrName>ppt_y</p:attrName>
                                        </p:attrNameLst>
                                      </p:cBhvr>
                                      <p:tavLst>
                                        <p:tav tm="0">
                                          <p:val>
                                            <p:strVal val="#ppt_y"/>
                                          </p:val>
                                        </p:tav>
                                        <p:tav tm="100000">
                                          <p:val>
                                            <p:strVal val="#ppt_y"/>
                                          </p:val>
                                        </p:tav>
                                      </p:tavLst>
                                    </p:anim>
                                  </p:childTnLst>
                                </p:cTn>
                              </p:par>
                            </p:childTnLst>
                          </p:cTn>
                        </p:par>
                        <p:par>
                          <p:cTn id="20" fill="hold">
                            <p:stCondLst>
                              <p:cond delay="1300"/>
                            </p:stCondLst>
                            <p:childTnLst>
                              <p:par>
                                <p:cTn id="21" presetID="42" presetClass="entr" presetSubtype="0" fill="hold" grpId="0"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800"/>
                                        <p:tgtEl>
                                          <p:spTgt spid="12"/>
                                        </p:tgtEl>
                                      </p:cBhvr>
                                    </p:animEffect>
                                    <p:anim calcmode="lin" valueType="num">
                                      <p:cBhvr additive="base">
                                        <p:cTn id="24" dur="800" fill="hold" decel="100000"/>
                                        <p:tgtEl>
                                          <p:spTgt spid="12"/>
                                        </p:tgtEl>
                                        <p:attrNameLst>
                                          <p:attrName>ppt_x</p:attrName>
                                        </p:attrNameLst>
                                      </p:cBhvr>
                                      <p:tavLst>
                                        <p:tav tm="0">
                                          <p:val>
                                            <p:strVal val="#ppt_x"/>
                                          </p:val>
                                        </p:tav>
                                        <p:tav tm="100000">
                                          <p:val>
                                            <p:strVal val="#ppt_x"/>
                                          </p:val>
                                        </p:tav>
                                      </p:tavLst>
                                    </p:anim>
                                    <p:anim calcmode="lin" valueType="num">
                                      <p:cBhvr additive="base">
                                        <p:cTn id="25" dur="800" fill="hold" decel="100000"/>
                                        <p:tgtEl>
                                          <p:spTgt spid="12"/>
                                        </p:tgtEl>
                                        <p:attrNameLst>
                                          <p:attrName>ppt_y</p:attrName>
                                        </p:attrNameLst>
                                      </p:cBhvr>
                                      <p:tavLst>
                                        <p:tav tm="0">
                                          <p:val>
                                            <p:strVal val="#ppt_y+.1"/>
                                          </p:val>
                                        </p:tav>
                                        <p:tav tm="100000">
                                          <p:val>
                                            <p:strVal val="#ppt_y"/>
                                          </p:val>
                                        </p:tav>
                                      </p:tavLst>
                                    </p:anim>
                                  </p:childTnLst>
                                </p:cTn>
                              </p:par>
                            </p:childTnLst>
                          </p:cTn>
                        </p:par>
                        <p:par>
                          <p:cTn id="26" fill="hold">
                            <p:stCondLst>
                              <p:cond delay="1900"/>
                            </p:stCondLst>
                            <p:childTnLst>
                              <p:par>
                                <p:cTn id="27" presetID="22" presetClass="entr" presetSubtype="8" fill="hold" grpId="0" nodeType="after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wipe(left)">
                                      <p:cBhvr>
                                        <p:cTn id="29" dur="900"/>
                                        <p:tgtEl>
                                          <p:spTgt spid="13"/>
                                        </p:tgtEl>
                                      </p:cBhvr>
                                    </p:animEffect>
                                  </p:childTnLst>
                                </p:cTn>
                              </p:par>
                            </p:childTnLst>
                          </p:cTn>
                        </p:par>
                        <p:par>
                          <p:cTn id="30" fill="hold">
                            <p:stCondLst>
                              <p:cond delay="2600"/>
                            </p:stCondLst>
                            <p:childTnLst>
                              <p:par>
                                <p:cTn id="31" presetID="10" presetClass="entr" presetSubtype="0" fill="hold" grpId="0" nodeType="after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600"/>
                                        <p:tgtEl>
                                          <p:spTgt spid="14"/>
                                        </p:tgtEl>
                                      </p:cBhvr>
                                    </p:animEffect>
                                  </p:childTnLst>
                                </p:cTn>
                              </p:par>
                            </p:childTnLst>
                          </p:cTn>
                        </p:par>
                        <p:par>
                          <p:cTn id="34" fill="hold">
                            <p:stCondLst>
                              <p:cond delay="3400"/>
                            </p:stCondLst>
                            <p:childTnLst>
                              <p:par>
                                <p:cTn id="35" presetID="6" presetClass="emph" presetSubtype="0" fill="hold" grpId="1" nodeType="afterEffect">
                                  <p:stCondLst>
                                    <p:cond delay="0"/>
                                  </p:stCondLst>
                                  <p:childTnLst>
                                    <p:animScale>
                                      <p:cBhvr>
                                        <p:cTn id="36" dur="700" autoRev="1" fill="hold"/>
                                        <p:tgtEl>
                                          <p:spTgt spid="10"/>
                                        </p:tgtEl>
                                      </p:cBhvr>
                                      <p:by x="115000" y="115000"/>
                                    </p:animScale>
                                  </p:childTnLst>
                                </p:cTn>
                              </p:par>
                            </p:childTnLst>
                          </p:cTn>
                        </p:par>
                        <p:par>
                          <p:cTn id="37" fill="hold">
                            <p:stCondLst>
                              <p:cond delay="3900"/>
                            </p:stCondLst>
                            <p:childTnLst>
                              <p:par>
                                <p:cTn id="38" presetID="10" presetClass="entr" presetSubtype="0" fill="hold" grpId="0" nodeType="afterEffect">
                                  <p:stCondLst>
                                    <p:cond delay="0"/>
                                  </p:stCondLst>
                                  <p:childTnLst>
                                    <p:set>
                                      <p:cBhvr>
                                        <p:cTn id="39" dur="1" fill="hold">
                                          <p:stCondLst>
                                            <p:cond delay="0"/>
                                          </p:stCondLst>
                                        </p:cTn>
                                        <p:tgtEl>
                                          <p:spTgt spid="4"/>
                                        </p:tgtEl>
                                        <p:attrNameLst>
                                          <p:attrName>style.visibility</p:attrName>
                                        </p:attrNameLst>
                                      </p:cBhvr>
                                      <p:to>
                                        <p:strVal val="visible"/>
                                      </p:to>
                                    </p:set>
                                    <p:animEffect transition="in" filter="fade">
                                      <p:cBhvr>
                                        <p:cTn id="40" dur="1000"/>
                                        <p:tgtEl>
                                          <p:spTgt spid="4"/>
                                        </p:tgtEl>
                                      </p:cBhvr>
                                    </p:animEffect>
                                  </p:childTnLst>
                                </p:cTn>
                              </p:par>
                            </p:childTnLst>
                          </p:cTn>
                        </p:par>
                        <p:par>
                          <p:cTn id="41" fill="hold">
                            <p:stCondLst>
                              <p:cond delay="7400"/>
                            </p:stCondLst>
                            <p:childTnLst>
                              <p:par>
                                <p:cTn id="42" presetID="10" presetClass="entr" presetSubtype="0" fill="hold" grpId="0" nodeType="afterEffect">
                                  <p:stCondLst>
                                    <p:cond delay="0"/>
                                  </p:stCondLst>
                                  <p:childTnLst>
                                    <p:set>
                                      <p:cBhvr>
                                        <p:cTn id="43" dur="1" fill="hold">
                                          <p:stCondLst>
                                            <p:cond delay="0"/>
                                          </p:stCondLst>
                                        </p:cTn>
                                        <p:tgtEl>
                                          <p:spTgt spid="5"/>
                                        </p:tgtEl>
                                        <p:attrNameLst>
                                          <p:attrName>style.visibility</p:attrName>
                                        </p:attrNameLst>
                                      </p:cBhvr>
                                      <p:to>
                                        <p:strVal val="visible"/>
                                      </p:to>
                                    </p:set>
                                    <p:animEffect transition="in" filter="fade">
                                      <p:cBhvr>
                                        <p:cTn id="44" dur="1000"/>
                                        <p:tgtEl>
                                          <p:spTgt spid="5"/>
                                        </p:tgtEl>
                                      </p:cBhvr>
                                    </p:animEffect>
                                  </p:childTnLst>
                                </p:cTn>
                              </p:par>
                            </p:childTnLst>
                          </p:cTn>
                        </p:par>
                        <p:par>
                          <p:cTn id="45" fill="hold">
                            <p:stCondLst>
                              <p:cond delay="10900"/>
                            </p:stCondLst>
                            <p:childTnLst>
                              <p:par>
                                <p:cTn id="46" presetID="10" presetClass="entr" presetSubtype="0" fill="hold" grpId="0" nodeType="afterEffect">
                                  <p:stCondLst>
                                    <p:cond delay="0"/>
                                  </p:stCondLst>
                                  <p:childTnLst>
                                    <p:set>
                                      <p:cBhvr>
                                        <p:cTn id="47" dur="1" fill="hold">
                                          <p:stCondLst>
                                            <p:cond delay="0"/>
                                          </p:stCondLst>
                                        </p:cTn>
                                        <p:tgtEl>
                                          <p:spTgt spid="6"/>
                                        </p:tgtEl>
                                        <p:attrNameLst>
                                          <p:attrName>style.visibility</p:attrName>
                                        </p:attrNameLst>
                                      </p:cBhvr>
                                      <p:to>
                                        <p:strVal val="visible"/>
                                      </p:to>
                                    </p:set>
                                    <p:animEffect transition="in" filter="fade">
                                      <p:cBhvr>
                                        <p:cTn id="48" dur="1000"/>
                                        <p:tgtEl>
                                          <p:spTgt spid="6"/>
                                        </p:tgtEl>
                                      </p:cBhvr>
                                    </p:animEffect>
                                  </p:childTnLst>
                                </p:cTn>
                              </p:par>
                            </p:childTnLst>
                          </p:cTn>
                        </p:par>
                        <p:par>
                          <p:cTn id="49" fill="hold">
                            <p:stCondLst>
                              <p:cond delay="14400"/>
                            </p:stCondLst>
                            <p:childTnLst>
                              <p:par>
                                <p:cTn id="50" presetID="10" presetClass="entr" presetSubtype="0" fill="hold" grpId="0" nodeType="after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fade">
                                      <p:cBhvr>
                                        <p:cTn id="52" dur="1000"/>
                                        <p:tgtEl>
                                          <p:spTgt spid="7"/>
                                        </p:tgtEl>
                                      </p:cBhvr>
                                    </p:animEffect>
                                  </p:childTnLst>
                                </p:cTn>
                              </p:par>
                            </p:childTnLst>
                          </p:cTn>
                        </p:par>
                        <p:par>
                          <p:cTn id="53" fill="hold">
                            <p:stCondLst>
                              <p:cond delay="15450"/>
                            </p:stCondLst>
                            <p:childTnLst>
                              <p:par>
                                <p:cTn id="54" presetID="1" presetClass="exit" presetSubtype="0" fill="hold" grpId="1" nodeType="afterEffect">
                                  <p:stCondLst>
                                    <p:cond delay="0"/>
                                  </p:stCondLst>
                                  <p:childTnLst>
                                    <p:set>
                                      <p:cBhvr>
                                        <p:cTn id="55" dur="1" fill="hold">
                                          <p:stCondLst>
                                            <p:cond delay="0"/>
                                          </p:stCondLst>
                                        </p:cTn>
                                        <p:tgtEl>
                                          <p:spTgt spid="4"/>
                                        </p:tgtEl>
                                        <p:attrNameLst>
                                          <p:attrName>style.visibility</p:attrName>
                                        </p:attrNameLst>
                                      </p:cBhvr>
                                      <p:to>
                                        <p:strVal val="hidden"/>
                                      </p:to>
                                    </p:set>
                                  </p:childTnLst>
                                </p:cTn>
                              </p:par>
                              <p:par>
                                <p:cTn id="56" presetID="1" presetClass="exit" presetSubtype="0" fill="hold" grpId="1" nodeType="withEffect">
                                  <p:stCondLst>
                                    <p:cond delay="0"/>
                                  </p:stCondLst>
                                  <p:childTnLst>
                                    <p:set>
                                      <p:cBhvr>
                                        <p:cTn id="57" dur="1" fill="hold">
                                          <p:stCondLst>
                                            <p:cond delay="0"/>
                                          </p:stCondLst>
                                        </p:cTn>
                                        <p:tgtEl>
                                          <p:spTgt spid="5"/>
                                        </p:tgtEl>
                                        <p:attrNameLst>
                                          <p:attrName>style.visibility</p:attrName>
                                        </p:attrNameLst>
                                      </p:cBhvr>
                                      <p:to>
                                        <p:strVal val="hidden"/>
                                      </p:to>
                                    </p:set>
                                  </p:childTnLst>
                                </p:cTn>
                              </p:par>
                              <p:par>
                                <p:cTn id="58" presetID="1" presetClass="exit" presetSubtype="0" fill="hold" grpId="1" nodeType="withEffect">
                                  <p:stCondLst>
                                    <p:cond delay="0"/>
                                  </p:stCondLst>
                                  <p:childTnLst>
                                    <p:set>
                                      <p:cBhvr>
                                        <p:cTn id="59" dur="1" fill="hold">
                                          <p:stCondLst>
                                            <p:cond delay="0"/>
                                          </p:stCondLst>
                                        </p:cTn>
                                        <p:tgtEl>
                                          <p:spTgt spid="6"/>
                                        </p:tgtEl>
                                        <p:attrNameLst>
                                          <p:attrName>style.visibility</p:attrName>
                                        </p:attrNameLst>
                                      </p:cBhvr>
                                      <p:to>
                                        <p:strVal val="hidden"/>
                                      </p:to>
                                    </p:set>
                                  </p:childTnLst>
                                </p:cTn>
                              </p:par>
                            </p:childTnLst>
                          </p:cTn>
                        </p:par>
                        <p:par>
                          <p:cTn id="60" fill="hold">
                            <p:stCondLst>
                              <p:cond delay="17900"/>
                            </p:stCondLst>
                            <p:childTnLst>
                              <p:par>
                                <p:cTn id="61" presetID="10" presetClass="exit" presetSubtype="0" fill="hold" grpId="1" nodeType="afterEffect">
                                  <p:stCondLst>
                                    <p:cond delay="0"/>
                                  </p:stCondLst>
                                  <p:childTnLst>
                                    <p:animEffect transition="out" filter="fade">
                                      <p:cBhvr>
                                        <p:cTn id="62" dur="1000"/>
                                        <p:tgtEl>
                                          <p:spTgt spid="7"/>
                                        </p:tgtEl>
                                      </p:cBhvr>
                                    </p:animEffect>
                                    <p:set>
                                      <p:cBhvr>
                                        <p:cTn id="63" dur="1" fill="hold">
                                          <p:stCondLst>
                                            <p:cond delay="999"/>
                                          </p:stCondLst>
                                        </p:cTn>
                                        <p:tgtEl>
                                          <p:spTgt spid="7"/>
                                        </p:tgtEl>
                                        <p:attrNameLst>
                                          <p:attrName>style.visibility</p:attrName>
                                        </p:attrNameLst>
                                      </p:cBhvr>
                                      <p:to>
                                        <p:strVal val="hidden"/>
                                      </p:to>
                                    </p:set>
                                  </p:childTnLst>
                                </p:cTn>
                              </p:par>
                            </p:childTnLst>
                          </p:cTn>
                        </p:par>
                        <p:par>
                          <p:cTn id="64" fill="hold">
                            <p:stCondLst>
                              <p:cond delay="21400"/>
                            </p:stCondLst>
                            <p:childTnLst>
                              <p:par>
                                <p:cTn id="65" presetID="10" presetClass="entr" presetSubtype="0" fill="hold" grpId="2" nodeType="afterEffect">
                                  <p:stCondLst>
                                    <p:cond delay="0"/>
                                  </p:stCondLst>
                                  <p:childTnLst>
                                    <p:set>
                                      <p:cBhvr>
                                        <p:cTn id="66" dur="1" fill="hold">
                                          <p:stCondLst>
                                            <p:cond delay="0"/>
                                          </p:stCondLst>
                                        </p:cTn>
                                        <p:tgtEl>
                                          <p:spTgt spid="4"/>
                                        </p:tgtEl>
                                        <p:attrNameLst>
                                          <p:attrName>style.visibility</p:attrName>
                                        </p:attrNameLst>
                                      </p:cBhvr>
                                      <p:to>
                                        <p:strVal val="visible"/>
                                      </p:to>
                                    </p:set>
                                    <p:animEffect transition="in" filter="fade">
                                      <p:cBhvr>
                                        <p:cTn id="67" dur="1000"/>
                                        <p:tgtEl>
                                          <p:spTgt spid="4"/>
                                        </p:tgtEl>
                                      </p:cBhvr>
                                    </p:animEffect>
                                  </p:childTnLst>
                                </p:cTn>
                              </p:par>
                            </p:childTnLst>
                          </p:cTn>
                        </p:par>
                        <p:par>
                          <p:cTn id="68" fill="hold">
                            <p:stCondLst>
                              <p:cond delay="24900"/>
                            </p:stCondLst>
                            <p:childTnLst>
                              <p:par>
                                <p:cTn id="69" presetID="10" presetClass="entr" presetSubtype="0" fill="hold" grpId="2" nodeType="afterEffect">
                                  <p:stCondLst>
                                    <p:cond delay="0"/>
                                  </p:stCondLst>
                                  <p:childTnLst>
                                    <p:set>
                                      <p:cBhvr>
                                        <p:cTn id="70" dur="1" fill="hold">
                                          <p:stCondLst>
                                            <p:cond delay="0"/>
                                          </p:stCondLst>
                                        </p:cTn>
                                        <p:tgtEl>
                                          <p:spTgt spid="5"/>
                                        </p:tgtEl>
                                        <p:attrNameLst>
                                          <p:attrName>style.visibility</p:attrName>
                                        </p:attrNameLst>
                                      </p:cBhvr>
                                      <p:to>
                                        <p:strVal val="visible"/>
                                      </p:to>
                                    </p:set>
                                    <p:animEffect transition="in" filter="fade">
                                      <p:cBhvr>
                                        <p:cTn id="71" dur="1000"/>
                                        <p:tgtEl>
                                          <p:spTgt spid="5"/>
                                        </p:tgtEl>
                                      </p:cBhvr>
                                    </p:animEffect>
                                  </p:childTnLst>
                                </p:cTn>
                              </p:par>
                            </p:childTnLst>
                          </p:cTn>
                        </p:par>
                        <p:par>
                          <p:cTn id="72" fill="hold">
                            <p:stCondLst>
                              <p:cond delay="28400"/>
                            </p:stCondLst>
                            <p:childTnLst>
                              <p:par>
                                <p:cTn id="73" presetID="10" presetClass="entr" presetSubtype="0" fill="hold" grpId="2" nodeType="afterEffect">
                                  <p:stCondLst>
                                    <p:cond delay="0"/>
                                  </p:stCondLst>
                                  <p:childTnLst>
                                    <p:set>
                                      <p:cBhvr>
                                        <p:cTn id="74" dur="1" fill="hold">
                                          <p:stCondLst>
                                            <p:cond delay="0"/>
                                          </p:stCondLst>
                                        </p:cTn>
                                        <p:tgtEl>
                                          <p:spTgt spid="6"/>
                                        </p:tgtEl>
                                        <p:attrNameLst>
                                          <p:attrName>style.visibility</p:attrName>
                                        </p:attrNameLst>
                                      </p:cBhvr>
                                      <p:to>
                                        <p:strVal val="visible"/>
                                      </p:to>
                                    </p:set>
                                    <p:animEffect transition="in" filter="fade">
                                      <p:cBhvr>
                                        <p:cTn id="75" dur="1000"/>
                                        <p:tgtEl>
                                          <p:spTgt spid="6"/>
                                        </p:tgtEl>
                                      </p:cBhvr>
                                    </p:animEffect>
                                  </p:childTnLst>
                                </p:cTn>
                              </p:par>
                            </p:childTnLst>
                          </p:cTn>
                        </p:par>
                        <p:par>
                          <p:cTn id="76" fill="hold">
                            <p:stCondLst>
                              <p:cond delay="31900"/>
                            </p:stCondLst>
                            <p:childTnLst>
                              <p:par>
                                <p:cTn id="77" presetID="10" presetClass="entr" presetSubtype="0" fill="hold" grpId="2" nodeType="afterEffect">
                                  <p:stCondLst>
                                    <p:cond delay="0"/>
                                  </p:stCondLst>
                                  <p:childTnLst>
                                    <p:set>
                                      <p:cBhvr>
                                        <p:cTn id="78" dur="1" fill="hold">
                                          <p:stCondLst>
                                            <p:cond delay="0"/>
                                          </p:stCondLst>
                                        </p:cTn>
                                        <p:tgtEl>
                                          <p:spTgt spid="7"/>
                                        </p:tgtEl>
                                        <p:attrNameLst>
                                          <p:attrName>style.visibility</p:attrName>
                                        </p:attrNameLst>
                                      </p:cBhvr>
                                      <p:to>
                                        <p:strVal val="visible"/>
                                      </p:to>
                                    </p:set>
                                    <p:animEffect transition="in" filter="fade">
                                      <p:cBhvr>
                                        <p:cTn id="79" dur="1000"/>
                                        <p:tgtEl>
                                          <p:spTgt spid="7"/>
                                        </p:tgtEl>
                                      </p:cBhvr>
                                    </p:animEffect>
                                  </p:childTnLst>
                                </p:cTn>
                              </p:par>
                            </p:childTnLst>
                          </p:cTn>
                        </p:par>
                        <p:par>
                          <p:cTn id="80" fill="hold">
                            <p:stCondLst>
                              <p:cond delay="32950"/>
                            </p:stCondLst>
                            <p:childTnLst>
                              <p:par>
                                <p:cTn id="81" presetID="1" presetClass="exit" presetSubtype="0" fill="hold" grpId="3" nodeType="afterEffect">
                                  <p:stCondLst>
                                    <p:cond delay="0"/>
                                  </p:stCondLst>
                                  <p:childTnLst>
                                    <p:set>
                                      <p:cBhvr>
                                        <p:cTn id="82" dur="1" fill="hold">
                                          <p:stCondLst>
                                            <p:cond delay="0"/>
                                          </p:stCondLst>
                                        </p:cTn>
                                        <p:tgtEl>
                                          <p:spTgt spid="4"/>
                                        </p:tgtEl>
                                        <p:attrNameLst>
                                          <p:attrName>style.visibility</p:attrName>
                                        </p:attrNameLst>
                                      </p:cBhvr>
                                      <p:to>
                                        <p:strVal val="hidden"/>
                                      </p:to>
                                    </p:set>
                                  </p:childTnLst>
                                </p:cTn>
                              </p:par>
                              <p:par>
                                <p:cTn id="83" presetID="1" presetClass="exit" presetSubtype="0" fill="hold" grpId="3" nodeType="withEffect">
                                  <p:stCondLst>
                                    <p:cond delay="0"/>
                                  </p:stCondLst>
                                  <p:childTnLst>
                                    <p:set>
                                      <p:cBhvr>
                                        <p:cTn id="84" dur="1" fill="hold">
                                          <p:stCondLst>
                                            <p:cond delay="0"/>
                                          </p:stCondLst>
                                        </p:cTn>
                                        <p:tgtEl>
                                          <p:spTgt spid="5"/>
                                        </p:tgtEl>
                                        <p:attrNameLst>
                                          <p:attrName>style.visibility</p:attrName>
                                        </p:attrNameLst>
                                      </p:cBhvr>
                                      <p:to>
                                        <p:strVal val="hidden"/>
                                      </p:to>
                                    </p:set>
                                  </p:childTnLst>
                                </p:cTn>
                              </p:par>
                              <p:par>
                                <p:cTn id="85" presetID="1" presetClass="exit" presetSubtype="0" fill="hold" grpId="3" nodeType="withEffect">
                                  <p:stCondLst>
                                    <p:cond delay="0"/>
                                  </p:stCondLst>
                                  <p:childTnLst>
                                    <p:set>
                                      <p:cBhvr>
                                        <p:cTn id="86" dur="1" fill="hold">
                                          <p:stCondLst>
                                            <p:cond delay="0"/>
                                          </p:stCondLst>
                                        </p:cTn>
                                        <p:tgtEl>
                                          <p:spTgt spid="6"/>
                                        </p:tgtEl>
                                        <p:attrNameLst>
                                          <p:attrName>style.visibility</p:attrName>
                                        </p:attrNameLst>
                                      </p:cBhvr>
                                      <p:to>
                                        <p:strVal val="hidden"/>
                                      </p:to>
                                    </p:set>
                                  </p:childTnLst>
                                </p:cTn>
                              </p:par>
                            </p:childTnLst>
                          </p:cTn>
                        </p:par>
                        <p:par>
                          <p:cTn id="87" fill="hold">
                            <p:stCondLst>
                              <p:cond delay="35400"/>
                            </p:stCondLst>
                            <p:childTnLst>
                              <p:par>
                                <p:cTn id="88" presetID="10" presetClass="exit" presetSubtype="0" fill="hold" grpId="3" nodeType="afterEffect">
                                  <p:stCondLst>
                                    <p:cond delay="0"/>
                                  </p:stCondLst>
                                  <p:childTnLst>
                                    <p:animEffect transition="out" filter="fade">
                                      <p:cBhvr>
                                        <p:cTn id="89" dur="1000"/>
                                        <p:tgtEl>
                                          <p:spTgt spid="7"/>
                                        </p:tgtEl>
                                      </p:cBhvr>
                                    </p:animEffect>
                                    <p:set>
                                      <p:cBhvr>
                                        <p:cTn id="90" dur="1" fill="hold">
                                          <p:stCondLst>
                                            <p:cond delay="999"/>
                                          </p:stCondLst>
                                        </p:cTn>
                                        <p:tgtEl>
                                          <p:spTgt spid="7"/>
                                        </p:tgtEl>
                                        <p:attrNameLst>
                                          <p:attrName>style.visibility</p:attrName>
                                        </p:attrNameLst>
                                      </p:cBhvr>
                                      <p:to>
                                        <p:strVal val="hidden"/>
                                      </p:to>
                                    </p:set>
                                  </p:childTnLst>
                                </p:cTn>
                              </p:par>
                            </p:childTnLst>
                          </p:cTn>
                        </p:par>
                        <p:par>
                          <p:cTn id="91" fill="hold">
                            <p:stCondLst>
                              <p:cond delay="38900"/>
                            </p:stCondLst>
                            <p:childTnLst>
                              <p:par>
                                <p:cTn id="92" presetID="10" presetClass="entr" presetSubtype="0" fill="hold" grpId="4" nodeType="afterEffect">
                                  <p:stCondLst>
                                    <p:cond delay="0"/>
                                  </p:stCondLst>
                                  <p:childTnLst>
                                    <p:set>
                                      <p:cBhvr>
                                        <p:cTn id="93" dur="1" fill="hold">
                                          <p:stCondLst>
                                            <p:cond delay="0"/>
                                          </p:stCondLst>
                                        </p:cTn>
                                        <p:tgtEl>
                                          <p:spTgt spid="4"/>
                                        </p:tgtEl>
                                        <p:attrNameLst>
                                          <p:attrName>style.visibility</p:attrName>
                                        </p:attrNameLst>
                                      </p:cBhvr>
                                      <p:to>
                                        <p:strVal val="visible"/>
                                      </p:to>
                                    </p:set>
                                    <p:animEffect transition="in" filter="fade">
                                      <p:cBhvr>
                                        <p:cTn id="94" dur="1000"/>
                                        <p:tgtEl>
                                          <p:spTgt spid="4"/>
                                        </p:tgtEl>
                                      </p:cBhvr>
                                    </p:animEffect>
                                  </p:childTnLst>
                                </p:cTn>
                              </p:par>
                            </p:childTnLst>
                          </p:cTn>
                        </p:par>
                        <p:par>
                          <p:cTn id="95" fill="hold">
                            <p:stCondLst>
                              <p:cond delay="42400"/>
                            </p:stCondLst>
                            <p:childTnLst>
                              <p:par>
                                <p:cTn id="96" presetID="10" presetClass="entr" presetSubtype="0" fill="hold" grpId="4" nodeType="afterEffect">
                                  <p:stCondLst>
                                    <p:cond delay="0"/>
                                  </p:stCondLst>
                                  <p:childTnLst>
                                    <p:set>
                                      <p:cBhvr>
                                        <p:cTn id="97" dur="1" fill="hold">
                                          <p:stCondLst>
                                            <p:cond delay="0"/>
                                          </p:stCondLst>
                                        </p:cTn>
                                        <p:tgtEl>
                                          <p:spTgt spid="5"/>
                                        </p:tgtEl>
                                        <p:attrNameLst>
                                          <p:attrName>style.visibility</p:attrName>
                                        </p:attrNameLst>
                                      </p:cBhvr>
                                      <p:to>
                                        <p:strVal val="visible"/>
                                      </p:to>
                                    </p:set>
                                    <p:animEffect transition="in" filter="fade">
                                      <p:cBhvr>
                                        <p:cTn id="98" dur="1000"/>
                                        <p:tgtEl>
                                          <p:spTgt spid="5"/>
                                        </p:tgtEl>
                                      </p:cBhvr>
                                    </p:animEffect>
                                  </p:childTnLst>
                                </p:cTn>
                              </p:par>
                            </p:childTnLst>
                          </p:cTn>
                        </p:par>
                        <p:par>
                          <p:cTn id="99" fill="hold">
                            <p:stCondLst>
                              <p:cond delay="45900"/>
                            </p:stCondLst>
                            <p:childTnLst>
                              <p:par>
                                <p:cTn id="100" presetID="10" presetClass="entr" presetSubtype="0" fill="hold" grpId="4" nodeType="afterEffect">
                                  <p:stCondLst>
                                    <p:cond delay="0"/>
                                  </p:stCondLst>
                                  <p:childTnLst>
                                    <p:set>
                                      <p:cBhvr>
                                        <p:cTn id="101" dur="1" fill="hold">
                                          <p:stCondLst>
                                            <p:cond delay="0"/>
                                          </p:stCondLst>
                                        </p:cTn>
                                        <p:tgtEl>
                                          <p:spTgt spid="6"/>
                                        </p:tgtEl>
                                        <p:attrNameLst>
                                          <p:attrName>style.visibility</p:attrName>
                                        </p:attrNameLst>
                                      </p:cBhvr>
                                      <p:to>
                                        <p:strVal val="visible"/>
                                      </p:to>
                                    </p:set>
                                    <p:animEffect transition="in" filter="fade">
                                      <p:cBhvr>
                                        <p:cTn id="102" dur="1000"/>
                                        <p:tgtEl>
                                          <p:spTgt spid="6"/>
                                        </p:tgtEl>
                                      </p:cBhvr>
                                    </p:animEffect>
                                  </p:childTnLst>
                                </p:cTn>
                              </p:par>
                            </p:childTnLst>
                          </p:cTn>
                        </p:par>
                        <p:par>
                          <p:cTn id="103" fill="hold">
                            <p:stCondLst>
                              <p:cond delay="49400"/>
                            </p:stCondLst>
                            <p:childTnLst>
                              <p:par>
                                <p:cTn id="104" presetID="10" presetClass="entr" presetSubtype="0" fill="hold" grpId="4" nodeType="afterEffect">
                                  <p:stCondLst>
                                    <p:cond delay="0"/>
                                  </p:stCondLst>
                                  <p:childTnLst>
                                    <p:set>
                                      <p:cBhvr>
                                        <p:cTn id="105" dur="1" fill="hold">
                                          <p:stCondLst>
                                            <p:cond delay="0"/>
                                          </p:stCondLst>
                                        </p:cTn>
                                        <p:tgtEl>
                                          <p:spTgt spid="7"/>
                                        </p:tgtEl>
                                        <p:attrNameLst>
                                          <p:attrName>style.visibility</p:attrName>
                                        </p:attrNameLst>
                                      </p:cBhvr>
                                      <p:to>
                                        <p:strVal val="visible"/>
                                      </p:to>
                                    </p:set>
                                    <p:animEffect transition="in" filter="fade">
                                      <p:cBhvr>
                                        <p:cTn id="106" dur="1000"/>
                                        <p:tgtEl>
                                          <p:spTgt spid="7"/>
                                        </p:tgtEl>
                                      </p:cBhvr>
                                    </p:animEffect>
                                  </p:childTnLst>
                                </p:cTn>
                              </p:par>
                            </p:childTnLst>
                          </p:cTn>
                        </p:par>
                        <p:par>
                          <p:cTn id="107" fill="hold">
                            <p:stCondLst>
                              <p:cond delay="50450"/>
                            </p:stCondLst>
                            <p:childTnLst>
                              <p:par>
                                <p:cTn id="108" presetID="1" presetClass="exit" presetSubtype="0" fill="hold" grpId="5" nodeType="afterEffect">
                                  <p:stCondLst>
                                    <p:cond delay="0"/>
                                  </p:stCondLst>
                                  <p:childTnLst>
                                    <p:set>
                                      <p:cBhvr>
                                        <p:cTn id="109" dur="1" fill="hold">
                                          <p:stCondLst>
                                            <p:cond delay="0"/>
                                          </p:stCondLst>
                                        </p:cTn>
                                        <p:tgtEl>
                                          <p:spTgt spid="4"/>
                                        </p:tgtEl>
                                        <p:attrNameLst>
                                          <p:attrName>style.visibility</p:attrName>
                                        </p:attrNameLst>
                                      </p:cBhvr>
                                      <p:to>
                                        <p:strVal val="hidden"/>
                                      </p:to>
                                    </p:set>
                                  </p:childTnLst>
                                </p:cTn>
                              </p:par>
                              <p:par>
                                <p:cTn id="110" presetID="1" presetClass="exit" presetSubtype="0" fill="hold" grpId="5" nodeType="withEffect">
                                  <p:stCondLst>
                                    <p:cond delay="0"/>
                                  </p:stCondLst>
                                  <p:childTnLst>
                                    <p:set>
                                      <p:cBhvr>
                                        <p:cTn id="111" dur="1" fill="hold">
                                          <p:stCondLst>
                                            <p:cond delay="0"/>
                                          </p:stCondLst>
                                        </p:cTn>
                                        <p:tgtEl>
                                          <p:spTgt spid="5"/>
                                        </p:tgtEl>
                                        <p:attrNameLst>
                                          <p:attrName>style.visibility</p:attrName>
                                        </p:attrNameLst>
                                      </p:cBhvr>
                                      <p:to>
                                        <p:strVal val="hidden"/>
                                      </p:to>
                                    </p:set>
                                  </p:childTnLst>
                                </p:cTn>
                              </p:par>
                              <p:par>
                                <p:cTn id="112" presetID="1" presetClass="exit" presetSubtype="0" fill="hold" grpId="5" nodeType="withEffect">
                                  <p:stCondLst>
                                    <p:cond delay="0"/>
                                  </p:stCondLst>
                                  <p:childTnLst>
                                    <p:set>
                                      <p:cBhvr>
                                        <p:cTn id="113" dur="1" fill="hold">
                                          <p:stCondLst>
                                            <p:cond delay="0"/>
                                          </p:stCondLst>
                                        </p:cTn>
                                        <p:tgtEl>
                                          <p:spTgt spid="6"/>
                                        </p:tgtEl>
                                        <p:attrNameLst>
                                          <p:attrName>style.visibility</p:attrName>
                                        </p:attrNameLst>
                                      </p:cBhvr>
                                      <p:to>
                                        <p:strVal val="hidden"/>
                                      </p:to>
                                    </p:set>
                                  </p:childTnLst>
                                </p:cTn>
                              </p:par>
                            </p:childTnLst>
                          </p:cTn>
                        </p:par>
                        <p:par>
                          <p:cTn id="114" fill="hold">
                            <p:stCondLst>
                              <p:cond delay="52900"/>
                            </p:stCondLst>
                            <p:childTnLst>
                              <p:par>
                                <p:cTn id="115" presetID="10" presetClass="exit" presetSubtype="0" fill="hold" grpId="5" nodeType="afterEffect">
                                  <p:stCondLst>
                                    <p:cond delay="0"/>
                                  </p:stCondLst>
                                  <p:childTnLst>
                                    <p:animEffect transition="out" filter="fade">
                                      <p:cBhvr>
                                        <p:cTn id="116" dur="1000"/>
                                        <p:tgtEl>
                                          <p:spTgt spid="7"/>
                                        </p:tgtEl>
                                      </p:cBhvr>
                                    </p:animEffect>
                                    <p:set>
                                      <p:cBhvr>
                                        <p:cTn id="117" dur="1" fill="hold">
                                          <p:stCondLst>
                                            <p:cond delay="999"/>
                                          </p:stCondLst>
                                        </p:cTn>
                                        <p:tgtEl>
                                          <p:spTgt spid="7"/>
                                        </p:tgtEl>
                                        <p:attrNameLst>
                                          <p:attrName>style.visibility</p:attrName>
                                        </p:attrNameLst>
                                      </p:cBhvr>
                                      <p:to>
                                        <p:strVal val="hidden"/>
                                      </p:to>
                                    </p:set>
                                  </p:childTnLst>
                                </p:cTn>
                              </p:par>
                            </p:childTnLst>
                          </p:cTn>
                        </p:par>
                        <p:par>
                          <p:cTn id="118" fill="hold">
                            <p:stCondLst>
                              <p:cond delay="56400"/>
                            </p:stCondLst>
                            <p:childTnLst>
                              <p:par>
                                <p:cTn id="119" presetID="10" presetClass="entr" presetSubtype="0" fill="hold" grpId="6" nodeType="afterEffect">
                                  <p:stCondLst>
                                    <p:cond delay="0"/>
                                  </p:stCondLst>
                                  <p:childTnLst>
                                    <p:set>
                                      <p:cBhvr>
                                        <p:cTn id="120" dur="1" fill="hold">
                                          <p:stCondLst>
                                            <p:cond delay="0"/>
                                          </p:stCondLst>
                                        </p:cTn>
                                        <p:tgtEl>
                                          <p:spTgt spid="4"/>
                                        </p:tgtEl>
                                        <p:attrNameLst>
                                          <p:attrName>style.visibility</p:attrName>
                                        </p:attrNameLst>
                                      </p:cBhvr>
                                      <p:to>
                                        <p:strVal val="visible"/>
                                      </p:to>
                                    </p:set>
                                    <p:animEffect transition="in" filter="fade">
                                      <p:cBhvr>
                                        <p:cTn id="121" dur="1000"/>
                                        <p:tgtEl>
                                          <p:spTgt spid="4"/>
                                        </p:tgtEl>
                                      </p:cBhvr>
                                    </p:animEffect>
                                  </p:childTnLst>
                                </p:cTn>
                              </p:par>
                            </p:childTnLst>
                          </p:cTn>
                        </p:par>
                        <p:par>
                          <p:cTn id="122" fill="hold">
                            <p:stCondLst>
                              <p:cond delay="59900"/>
                            </p:stCondLst>
                            <p:childTnLst>
                              <p:par>
                                <p:cTn id="123" presetID="10" presetClass="entr" presetSubtype="0" fill="hold" grpId="6" nodeType="afterEffect">
                                  <p:stCondLst>
                                    <p:cond delay="0"/>
                                  </p:stCondLst>
                                  <p:childTnLst>
                                    <p:set>
                                      <p:cBhvr>
                                        <p:cTn id="124" dur="1" fill="hold">
                                          <p:stCondLst>
                                            <p:cond delay="0"/>
                                          </p:stCondLst>
                                        </p:cTn>
                                        <p:tgtEl>
                                          <p:spTgt spid="5"/>
                                        </p:tgtEl>
                                        <p:attrNameLst>
                                          <p:attrName>style.visibility</p:attrName>
                                        </p:attrNameLst>
                                      </p:cBhvr>
                                      <p:to>
                                        <p:strVal val="visible"/>
                                      </p:to>
                                    </p:set>
                                    <p:animEffect transition="in" filter="fade">
                                      <p:cBhvr>
                                        <p:cTn id="125" dur="1000"/>
                                        <p:tgtEl>
                                          <p:spTgt spid="5"/>
                                        </p:tgtEl>
                                      </p:cBhvr>
                                    </p:animEffect>
                                  </p:childTnLst>
                                </p:cTn>
                              </p:par>
                            </p:childTnLst>
                          </p:cTn>
                        </p:par>
                        <p:par>
                          <p:cTn id="126" fill="hold">
                            <p:stCondLst>
                              <p:cond delay="63400"/>
                            </p:stCondLst>
                            <p:childTnLst>
                              <p:par>
                                <p:cTn id="127" presetID="10" presetClass="entr" presetSubtype="0" fill="hold" grpId="6" nodeType="afterEffect">
                                  <p:stCondLst>
                                    <p:cond delay="0"/>
                                  </p:stCondLst>
                                  <p:childTnLst>
                                    <p:set>
                                      <p:cBhvr>
                                        <p:cTn id="128" dur="1" fill="hold">
                                          <p:stCondLst>
                                            <p:cond delay="0"/>
                                          </p:stCondLst>
                                        </p:cTn>
                                        <p:tgtEl>
                                          <p:spTgt spid="6"/>
                                        </p:tgtEl>
                                        <p:attrNameLst>
                                          <p:attrName>style.visibility</p:attrName>
                                        </p:attrNameLst>
                                      </p:cBhvr>
                                      <p:to>
                                        <p:strVal val="visible"/>
                                      </p:to>
                                    </p:set>
                                    <p:animEffect transition="in" filter="fade">
                                      <p:cBhvr>
                                        <p:cTn id="129" dur="1000"/>
                                        <p:tgtEl>
                                          <p:spTgt spid="6"/>
                                        </p:tgtEl>
                                      </p:cBhvr>
                                    </p:animEffect>
                                  </p:childTnLst>
                                </p:cTn>
                              </p:par>
                            </p:childTnLst>
                          </p:cTn>
                        </p:par>
                        <p:par>
                          <p:cTn id="130" fill="hold">
                            <p:stCondLst>
                              <p:cond delay="66900"/>
                            </p:stCondLst>
                            <p:childTnLst>
                              <p:par>
                                <p:cTn id="131" presetID="10" presetClass="entr" presetSubtype="0" fill="hold" grpId="6" nodeType="afterEffect">
                                  <p:stCondLst>
                                    <p:cond delay="0"/>
                                  </p:stCondLst>
                                  <p:childTnLst>
                                    <p:set>
                                      <p:cBhvr>
                                        <p:cTn id="132" dur="1" fill="hold">
                                          <p:stCondLst>
                                            <p:cond delay="0"/>
                                          </p:stCondLst>
                                        </p:cTn>
                                        <p:tgtEl>
                                          <p:spTgt spid="7"/>
                                        </p:tgtEl>
                                        <p:attrNameLst>
                                          <p:attrName>style.visibility</p:attrName>
                                        </p:attrNameLst>
                                      </p:cBhvr>
                                      <p:to>
                                        <p:strVal val="visible"/>
                                      </p:to>
                                    </p:set>
                                    <p:animEffect transition="in" filter="fade">
                                      <p:cBhvr>
                                        <p:cTn id="133" dur="1000"/>
                                        <p:tgtEl>
                                          <p:spTgt spid="7"/>
                                        </p:tgtEl>
                                      </p:cBhvr>
                                    </p:animEffect>
                                  </p:childTnLst>
                                </p:cTn>
                              </p:par>
                            </p:childTnLst>
                          </p:cTn>
                        </p:par>
                        <p:par>
                          <p:cTn id="134" fill="hold">
                            <p:stCondLst>
                              <p:cond delay="67950"/>
                            </p:stCondLst>
                            <p:childTnLst>
                              <p:par>
                                <p:cTn id="135" presetID="1" presetClass="exit" presetSubtype="0" fill="hold" grpId="7" nodeType="afterEffect">
                                  <p:stCondLst>
                                    <p:cond delay="0"/>
                                  </p:stCondLst>
                                  <p:childTnLst>
                                    <p:set>
                                      <p:cBhvr>
                                        <p:cTn id="136" dur="1" fill="hold">
                                          <p:stCondLst>
                                            <p:cond delay="0"/>
                                          </p:stCondLst>
                                        </p:cTn>
                                        <p:tgtEl>
                                          <p:spTgt spid="4"/>
                                        </p:tgtEl>
                                        <p:attrNameLst>
                                          <p:attrName>style.visibility</p:attrName>
                                        </p:attrNameLst>
                                      </p:cBhvr>
                                      <p:to>
                                        <p:strVal val="hidden"/>
                                      </p:to>
                                    </p:set>
                                  </p:childTnLst>
                                </p:cTn>
                              </p:par>
                              <p:par>
                                <p:cTn id="137" presetID="1" presetClass="exit" presetSubtype="0" fill="hold" grpId="7" nodeType="withEffect">
                                  <p:stCondLst>
                                    <p:cond delay="0"/>
                                  </p:stCondLst>
                                  <p:childTnLst>
                                    <p:set>
                                      <p:cBhvr>
                                        <p:cTn id="138" dur="1" fill="hold">
                                          <p:stCondLst>
                                            <p:cond delay="0"/>
                                          </p:stCondLst>
                                        </p:cTn>
                                        <p:tgtEl>
                                          <p:spTgt spid="5"/>
                                        </p:tgtEl>
                                        <p:attrNameLst>
                                          <p:attrName>style.visibility</p:attrName>
                                        </p:attrNameLst>
                                      </p:cBhvr>
                                      <p:to>
                                        <p:strVal val="hidden"/>
                                      </p:to>
                                    </p:set>
                                  </p:childTnLst>
                                </p:cTn>
                              </p:par>
                              <p:par>
                                <p:cTn id="139" presetID="1" presetClass="exit" presetSubtype="0" fill="hold" grpId="7" nodeType="withEffect">
                                  <p:stCondLst>
                                    <p:cond delay="0"/>
                                  </p:stCondLst>
                                  <p:childTnLst>
                                    <p:set>
                                      <p:cBhvr>
                                        <p:cTn id="140" dur="1" fill="hold">
                                          <p:stCondLst>
                                            <p:cond delay="0"/>
                                          </p:stCondLst>
                                        </p:cTn>
                                        <p:tgtEl>
                                          <p:spTgt spid="6"/>
                                        </p:tgtEl>
                                        <p:attrNameLst>
                                          <p:attrName>style.visibility</p:attrName>
                                        </p:attrNameLst>
                                      </p:cBhvr>
                                      <p:to>
                                        <p:strVal val="hidden"/>
                                      </p:to>
                                    </p:set>
                                  </p:childTnLst>
                                </p:cTn>
                              </p:par>
                            </p:childTnLst>
                          </p:cTn>
                        </p:par>
                        <p:par>
                          <p:cTn id="141" fill="hold">
                            <p:stCondLst>
                              <p:cond delay="70400"/>
                            </p:stCondLst>
                            <p:childTnLst>
                              <p:par>
                                <p:cTn id="142" presetID="10" presetClass="exit" presetSubtype="0" fill="hold" grpId="7" nodeType="afterEffect">
                                  <p:stCondLst>
                                    <p:cond delay="0"/>
                                  </p:stCondLst>
                                  <p:childTnLst>
                                    <p:animEffect transition="out" filter="fade">
                                      <p:cBhvr>
                                        <p:cTn id="143" dur="1000"/>
                                        <p:tgtEl>
                                          <p:spTgt spid="7"/>
                                        </p:tgtEl>
                                      </p:cBhvr>
                                    </p:animEffect>
                                    <p:set>
                                      <p:cBhvr>
                                        <p:cTn id="144" dur="1" fill="hold">
                                          <p:stCondLst>
                                            <p:cond delay="999"/>
                                          </p:stCondLst>
                                        </p:cTn>
                                        <p:tgtEl>
                                          <p:spTgt spid="7"/>
                                        </p:tgtEl>
                                        <p:attrNameLst>
                                          <p:attrName>style.visibility</p:attrName>
                                        </p:attrNameLst>
                                      </p:cBhvr>
                                      <p:to>
                                        <p:strVal val="hidden"/>
                                      </p:to>
                                    </p:set>
                                  </p:childTnLst>
                                </p:cTn>
                              </p:par>
                            </p:childTnLst>
                          </p:cTn>
                        </p:par>
                        <p:par>
                          <p:cTn id="145" fill="hold">
                            <p:stCondLst>
                              <p:cond delay="73900"/>
                            </p:stCondLst>
                            <p:childTnLst>
                              <p:par>
                                <p:cTn id="146" presetID="10" presetClass="entr" presetSubtype="0" fill="hold" grpId="8" nodeType="afterEffect">
                                  <p:stCondLst>
                                    <p:cond delay="0"/>
                                  </p:stCondLst>
                                  <p:childTnLst>
                                    <p:set>
                                      <p:cBhvr>
                                        <p:cTn id="147" dur="1" fill="hold">
                                          <p:stCondLst>
                                            <p:cond delay="0"/>
                                          </p:stCondLst>
                                        </p:cTn>
                                        <p:tgtEl>
                                          <p:spTgt spid="4"/>
                                        </p:tgtEl>
                                        <p:attrNameLst>
                                          <p:attrName>style.visibility</p:attrName>
                                        </p:attrNameLst>
                                      </p:cBhvr>
                                      <p:to>
                                        <p:strVal val="visible"/>
                                      </p:to>
                                    </p:set>
                                    <p:animEffect transition="in" filter="fade">
                                      <p:cBhvr>
                                        <p:cTn id="148" dur="1000"/>
                                        <p:tgtEl>
                                          <p:spTgt spid="4"/>
                                        </p:tgtEl>
                                      </p:cBhvr>
                                    </p:animEffect>
                                  </p:childTnLst>
                                </p:cTn>
                              </p:par>
                            </p:childTnLst>
                          </p:cTn>
                        </p:par>
                        <p:par>
                          <p:cTn id="149" fill="hold">
                            <p:stCondLst>
                              <p:cond delay="77400"/>
                            </p:stCondLst>
                            <p:childTnLst>
                              <p:par>
                                <p:cTn id="150" presetID="10" presetClass="entr" presetSubtype="0" fill="hold" grpId="8" nodeType="afterEffect">
                                  <p:stCondLst>
                                    <p:cond delay="0"/>
                                  </p:stCondLst>
                                  <p:childTnLst>
                                    <p:set>
                                      <p:cBhvr>
                                        <p:cTn id="151" dur="1" fill="hold">
                                          <p:stCondLst>
                                            <p:cond delay="0"/>
                                          </p:stCondLst>
                                        </p:cTn>
                                        <p:tgtEl>
                                          <p:spTgt spid="5"/>
                                        </p:tgtEl>
                                        <p:attrNameLst>
                                          <p:attrName>style.visibility</p:attrName>
                                        </p:attrNameLst>
                                      </p:cBhvr>
                                      <p:to>
                                        <p:strVal val="visible"/>
                                      </p:to>
                                    </p:set>
                                    <p:animEffect transition="in" filter="fade">
                                      <p:cBhvr>
                                        <p:cTn id="152" dur="1000"/>
                                        <p:tgtEl>
                                          <p:spTgt spid="5"/>
                                        </p:tgtEl>
                                      </p:cBhvr>
                                    </p:animEffect>
                                  </p:childTnLst>
                                </p:cTn>
                              </p:par>
                            </p:childTnLst>
                          </p:cTn>
                        </p:par>
                        <p:par>
                          <p:cTn id="153" fill="hold">
                            <p:stCondLst>
                              <p:cond delay="80900"/>
                            </p:stCondLst>
                            <p:childTnLst>
                              <p:par>
                                <p:cTn id="154" presetID="10" presetClass="entr" presetSubtype="0" fill="hold" grpId="8" nodeType="afterEffect">
                                  <p:stCondLst>
                                    <p:cond delay="0"/>
                                  </p:stCondLst>
                                  <p:childTnLst>
                                    <p:set>
                                      <p:cBhvr>
                                        <p:cTn id="155" dur="1" fill="hold">
                                          <p:stCondLst>
                                            <p:cond delay="0"/>
                                          </p:stCondLst>
                                        </p:cTn>
                                        <p:tgtEl>
                                          <p:spTgt spid="6"/>
                                        </p:tgtEl>
                                        <p:attrNameLst>
                                          <p:attrName>style.visibility</p:attrName>
                                        </p:attrNameLst>
                                      </p:cBhvr>
                                      <p:to>
                                        <p:strVal val="visible"/>
                                      </p:to>
                                    </p:set>
                                    <p:animEffect transition="in" filter="fade">
                                      <p:cBhvr>
                                        <p:cTn id="156" dur="1000"/>
                                        <p:tgtEl>
                                          <p:spTgt spid="6"/>
                                        </p:tgtEl>
                                      </p:cBhvr>
                                    </p:animEffect>
                                  </p:childTnLst>
                                </p:cTn>
                              </p:par>
                            </p:childTnLst>
                          </p:cTn>
                        </p:par>
                        <p:par>
                          <p:cTn id="157" fill="hold">
                            <p:stCondLst>
                              <p:cond delay="84400"/>
                            </p:stCondLst>
                            <p:childTnLst>
                              <p:par>
                                <p:cTn id="158" presetID="10" presetClass="entr" presetSubtype="0" fill="hold" grpId="8" nodeType="afterEffect">
                                  <p:stCondLst>
                                    <p:cond delay="0"/>
                                  </p:stCondLst>
                                  <p:childTnLst>
                                    <p:set>
                                      <p:cBhvr>
                                        <p:cTn id="159" dur="1" fill="hold">
                                          <p:stCondLst>
                                            <p:cond delay="0"/>
                                          </p:stCondLst>
                                        </p:cTn>
                                        <p:tgtEl>
                                          <p:spTgt spid="7"/>
                                        </p:tgtEl>
                                        <p:attrNameLst>
                                          <p:attrName>style.visibility</p:attrName>
                                        </p:attrNameLst>
                                      </p:cBhvr>
                                      <p:to>
                                        <p:strVal val="visible"/>
                                      </p:to>
                                    </p:set>
                                    <p:animEffect transition="in" filter="fade">
                                      <p:cBhvr>
                                        <p:cTn id="160" dur="1000"/>
                                        <p:tgtEl>
                                          <p:spTgt spid="7"/>
                                        </p:tgtEl>
                                      </p:cBhvr>
                                    </p:animEffect>
                                  </p:childTnLst>
                                </p:cTn>
                              </p:par>
                            </p:childTnLst>
                          </p:cTn>
                        </p:par>
                        <p:par>
                          <p:cTn id="161" fill="hold">
                            <p:stCondLst>
                              <p:cond delay="85450"/>
                            </p:stCondLst>
                            <p:childTnLst>
                              <p:par>
                                <p:cTn id="162" presetID="1" presetClass="exit" presetSubtype="0" fill="hold" grpId="9" nodeType="afterEffect">
                                  <p:stCondLst>
                                    <p:cond delay="0"/>
                                  </p:stCondLst>
                                  <p:childTnLst>
                                    <p:set>
                                      <p:cBhvr>
                                        <p:cTn id="163" dur="1" fill="hold">
                                          <p:stCondLst>
                                            <p:cond delay="0"/>
                                          </p:stCondLst>
                                        </p:cTn>
                                        <p:tgtEl>
                                          <p:spTgt spid="4"/>
                                        </p:tgtEl>
                                        <p:attrNameLst>
                                          <p:attrName>style.visibility</p:attrName>
                                        </p:attrNameLst>
                                      </p:cBhvr>
                                      <p:to>
                                        <p:strVal val="hidden"/>
                                      </p:to>
                                    </p:set>
                                  </p:childTnLst>
                                </p:cTn>
                              </p:par>
                              <p:par>
                                <p:cTn id="164" presetID="1" presetClass="exit" presetSubtype="0" fill="hold" grpId="9" nodeType="withEffect">
                                  <p:stCondLst>
                                    <p:cond delay="0"/>
                                  </p:stCondLst>
                                  <p:childTnLst>
                                    <p:set>
                                      <p:cBhvr>
                                        <p:cTn id="165" dur="1" fill="hold">
                                          <p:stCondLst>
                                            <p:cond delay="0"/>
                                          </p:stCondLst>
                                        </p:cTn>
                                        <p:tgtEl>
                                          <p:spTgt spid="5"/>
                                        </p:tgtEl>
                                        <p:attrNameLst>
                                          <p:attrName>style.visibility</p:attrName>
                                        </p:attrNameLst>
                                      </p:cBhvr>
                                      <p:to>
                                        <p:strVal val="hidden"/>
                                      </p:to>
                                    </p:set>
                                  </p:childTnLst>
                                </p:cTn>
                              </p:par>
                              <p:par>
                                <p:cTn id="166" presetID="1" presetClass="exit" presetSubtype="0" fill="hold" grpId="9" nodeType="withEffect">
                                  <p:stCondLst>
                                    <p:cond delay="0"/>
                                  </p:stCondLst>
                                  <p:childTnLst>
                                    <p:set>
                                      <p:cBhvr>
                                        <p:cTn id="167" dur="1" fill="hold">
                                          <p:stCondLst>
                                            <p:cond delay="0"/>
                                          </p:stCondLst>
                                        </p:cTn>
                                        <p:tgtEl>
                                          <p:spTgt spid="6"/>
                                        </p:tgtEl>
                                        <p:attrNameLst>
                                          <p:attrName>style.visibility</p:attrName>
                                        </p:attrNameLst>
                                      </p:cBhvr>
                                      <p:to>
                                        <p:strVal val="hidden"/>
                                      </p:to>
                                    </p:set>
                                  </p:childTnLst>
                                </p:cTn>
                              </p:par>
                            </p:childTnLst>
                          </p:cTn>
                        </p:par>
                        <p:par>
                          <p:cTn id="168" fill="hold">
                            <p:stCondLst>
                              <p:cond delay="87900"/>
                            </p:stCondLst>
                            <p:childTnLst>
                              <p:par>
                                <p:cTn id="169" presetID="10" presetClass="exit" presetSubtype="0" fill="hold" grpId="9" nodeType="afterEffect">
                                  <p:stCondLst>
                                    <p:cond delay="0"/>
                                  </p:stCondLst>
                                  <p:childTnLst>
                                    <p:animEffect transition="out" filter="fade">
                                      <p:cBhvr>
                                        <p:cTn id="170" dur="1000"/>
                                        <p:tgtEl>
                                          <p:spTgt spid="7"/>
                                        </p:tgtEl>
                                      </p:cBhvr>
                                    </p:animEffect>
                                    <p:set>
                                      <p:cBhvr>
                                        <p:cTn id="171" dur="1" fill="hold">
                                          <p:stCondLst>
                                            <p:cond delay="999"/>
                                          </p:stCondLst>
                                        </p:cTn>
                                        <p:tgtEl>
                                          <p:spTgt spid="7"/>
                                        </p:tgtEl>
                                        <p:attrNameLst>
                                          <p:attrName>style.visibility</p:attrName>
                                        </p:attrNameLst>
                                      </p:cBhvr>
                                      <p:to>
                                        <p:strVal val="hidden"/>
                                      </p:to>
                                    </p:set>
                                  </p:childTnLst>
                                </p:cTn>
                              </p:par>
                            </p:childTnLst>
                          </p:cTn>
                        </p:par>
                        <p:par>
                          <p:cTn id="172" fill="hold">
                            <p:stCondLst>
                              <p:cond delay="91400"/>
                            </p:stCondLst>
                            <p:childTnLst>
                              <p:par>
                                <p:cTn id="173" presetID="10" presetClass="entr" presetSubtype="0" fill="hold" grpId="10" nodeType="afterEffect">
                                  <p:stCondLst>
                                    <p:cond delay="0"/>
                                  </p:stCondLst>
                                  <p:childTnLst>
                                    <p:set>
                                      <p:cBhvr>
                                        <p:cTn id="174" dur="1" fill="hold">
                                          <p:stCondLst>
                                            <p:cond delay="0"/>
                                          </p:stCondLst>
                                        </p:cTn>
                                        <p:tgtEl>
                                          <p:spTgt spid="4"/>
                                        </p:tgtEl>
                                        <p:attrNameLst>
                                          <p:attrName>style.visibility</p:attrName>
                                        </p:attrNameLst>
                                      </p:cBhvr>
                                      <p:to>
                                        <p:strVal val="visible"/>
                                      </p:to>
                                    </p:set>
                                    <p:animEffect transition="in" filter="fade">
                                      <p:cBhvr>
                                        <p:cTn id="175" dur="1000"/>
                                        <p:tgtEl>
                                          <p:spTgt spid="4"/>
                                        </p:tgtEl>
                                      </p:cBhvr>
                                    </p:animEffect>
                                  </p:childTnLst>
                                </p:cTn>
                              </p:par>
                            </p:childTnLst>
                          </p:cTn>
                        </p:par>
                        <p:par>
                          <p:cTn id="176" fill="hold">
                            <p:stCondLst>
                              <p:cond delay="94900"/>
                            </p:stCondLst>
                            <p:childTnLst>
                              <p:par>
                                <p:cTn id="177" presetID="10" presetClass="entr" presetSubtype="0" fill="hold" grpId="10" nodeType="afterEffect">
                                  <p:stCondLst>
                                    <p:cond delay="0"/>
                                  </p:stCondLst>
                                  <p:childTnLst>
                                    <p:set>
                                      <p:cBhvr>
                                        <p:cTn id="178" dur="1" fill="hold">
                                          <p:stCondLst>
                                            <p:cond delay="0"/>
                                          </p:stCondLst>
                                        </p:cTn>
                                        <p:tgtEl>
                                          <p:spTgt spid="5"/>
                                        </p:tgtEl>
                                        <p:attrNameLst>
                                          <p:attrName>style.visibility</p:attrName>
                                        </p:attrNameLst>
                                      </p:cBhvr>
                                      <p:to>
                                        <p:strVal val="visible"/>
                                      </p:to>
                                    </p:set>
                                    <p:animEffect transition="in" filter="fade">
                                      <p:cBhvr>
                                        <p:cTn id="179" dur="1000"/>
                                        <p:tgtEl>
                                          <p:spTgt spid="5"/>
                                        </p:tgtEl>
                                      </p:cBhvr>
                                    </p:animEffect>
                                  </p:childTnLst>
                                </p:cTn>
                              </p:par>
                            </p:childTnLst>
                          </p:cTn>
                        </p:par>
                        <p:par>
                          <p:cTn id="180" fill="hold">
                            <p:stCondLst>
                              <p:cond delay="98400"/>
                            </p:stCondLst>
                            <p:childTnLst>
                              <p:par>
                                <p:cTn id="181" presetID="10" presetClass="entr" presetSubtype="0" fill="hold" grpId="10" nodeType="afterEffect">
                                  <p:stCondLst>
                                    <p:cond delay="0"/>
                                  </p:stCondLst>
                                  <p:childTnLst>
                                    <p:set>
                                      <p:cBhvr>
                                        <p:cTn id="182" dur="1" fill="hold">
                                          <p:stCondLst>
                                            <p:cond delay="0"/>
                                          </p:stCondLst>
                                        </p:cTn>
                                        <p:tgtEl>
                                          <p:spTgt spid="6"/>
                                        </p:tgtEl>
                                        <p:attrNameLst>
                                          <p:attrName>style.visibility</p:attrName>
                                        </p:attrNameLst>
                                      </p:cBhvr>
                                      <p:to>
                                        <p:strVal val="visible"/>
                                      </p:to>
                                    </p:set>
                                    <p:animEffect transition="in" filter="fade">
                                      <p:cBhvr>
                                        <p:cTn id="183" dur="1000"/>
                                        <p:tgtEl>
                                          <p:spTgt spid="6"/>
                                        </p:tgtEl>
                                      </p:cBhvr>
                                    </p:animEffect>
                                  </p:childTnLst>
                                </p:cTn>
                              </p:par>
                            </p:childTnLst>
                          </p:cTn>
                        </p:par>
                        <p:par>
                          <p:cTn id="184" fill="hold">
                            <p:stCondLst>
                              <p:cond delay="101900"/>
                            </p:stCondLst>
                            <p:childTnLst>
                              <p:par>
                                <p:cTn id="185" presetID="10" presetClass="entr" presetSubtype="0" fill="hold" grpId="10" nodeType="afterEffect">
                                  <p:stCondLst>
                                    <p:cond delay="0"/>
                                  </p:stCondLst>
                                  <p:childTnLst>
                                    <p:set>
                                      <p:cBhvr>
                                        <p:cTn id="186" dur="1" fill="hold">
                                          <p:stCondLst>
                                            <p:cond delay="0"/>
                                          </p:stCondLst>
                                        </p:cTn>
                                        <p:tgtEl>
                                          <p:spTgt spid="7"/>
                                        </p:tgtEl>
                                        <p:attrNameLst>
                                          <p:attrName>style.visibility</p:attrName>
                                        </p:attrNameLst>
                                      </p:cBhvr>
                                      <p:to>
                                        <p:strVal val="visible"/>
                                      </p:to>
                                    </p:set>
                                    <p:animEffect transition="in" filter="fade">
                                      <p:cBhvr>
                                        <p:cTn id="187" dur="1000"/>
                                        <p:tgtEl>
                                          <p:spTgt spid="7"/>
                                        </p:tgtEl>
                                      </p:cBhvr>
                                    </p:animEffect>
                                  </p:childTnLst>
                                </p:cTn>
                              </p:par>
                            </p:childTnLst>
                          </p:cTn>
                        </p:par>
                        <p:par>
                          <p:cTn id="188" fill="hold">
                            <p:stCondLst>
                              <p:cond delay="102950"/>
                            </p:stCondLst>
                            <p:childTnLst>
                              <p:par>
                                <p:cTn id="189" presetID="1" presetClass="exit" presetSubtype="0" fill="hold" grpId="11" nodeType="afterEffect">
                                  <p:stCondLst>
                                    <p:cond delay="0"/>
                                  </p:stCondLst>
                                  <p:childTnLst>
                                    <p:set>
                                      <p:cBhvr>
                                        <p:cTn id="190" dur="1" fill="hold">
                                          <p:stCondLst>
                                            <p:cond delay="0"/>
                                          </p:stCondLst>
                                        </p:cTn>
                                        <p:tgtEl>
                                          <p:spTgt spid="4"/>
                                        </p:tgtEl>
                                        <p:attrNameLst>
                                          <p:attrName>style.visibility</p:attrName>
                                        </p:attrNameLst>
                                      </p:cBhvr>
                                      <p:to>
                                        <p:strVal val="hidden"/>
                                      </p:to>
                                    </p:set>
                                  </p:childTnLst>
                                </p:cTn>
                              </p:par>
                              <p:par>
                                <p:cTn id="191" presetID="1" presetClass="exit" presetSubtype="0" fill="hold" grpId="11" nodeType="withEffect">
                                  <p:stCondLst>
                                    <p:cond delay="0"/>
                                  </p:stCondLst>
                                  <p:childTnLst>
                                    <p:set>
                                      <p:cBhvr>
                                        <p:cTn id="192" dur="1" fill="hold">
                                          <p:stCondLst>
                                            <p:cond delay="0"/>
                                          </p:stCondLst>
                                        </p:cTn>
                                        <p:tgtEl>
                                          <p:spTgt spid="5"/>
                                        </p:tgtEl>
                                        <p:attrNameLst>
                                          <p:attrName>style.visibility</p:attrName>
                                        </p:attrNameLst>
                                      </p:cBhvr>
                                      <p:to>
                                        <p:strVal val="hidden"/>
                                      </p:to>
                                    </p:set>
                                  </p:childTnLst>
                                </p:cTn>
                              </p:par>
                              <p:par>
                                <p:cTn id="193" presetID="1" presetClass="exit" presetSubtype="0" fill="hold" grpId="11" nodeType="withEffect">
                                  <p:stCondLst>
                                    <p:cond delay="0"/>
                                  </p:stCondLst>
                                  <p:childTnLst>
                                    <p:set>
                                      <p:cBhvr>
                                        <p:cTn id="194" dur="1" fill="hold">
                                          <p:stCondLst>
                                            <p:cond delay="0"/>
                                          </p:stCondLst>
                                        </p:cTn>
                                        <p:tgtEl>
                                          <p:spTgt spid="6"/>
                                        </p:tgtEl>
                                        <p:attrNameLst>
                                          <p:attrName>style.visibility</p:attrName>
                                        </p:attrNameLst>
                                      </p:cBhvr>
                                      <p:to>
                                        <p:strVal val="hidden"/>
                                      </p:to>
                                    </p:set>
                                  </p:childTnLst>
                                </p:cTn>
                              </p:par>
                            </p:childTnLst>
                          </p:cTn>
                        </p:par>
                        <p:par>
                          <p:cTn id="195" fill="hold">
                            <p:stCondLst>
                              <p:cond delay="105400"/>
                            </p:stCondLst>
                            <p:childTnLst>
                              <p:par>
                                <p:cTn id="196" presetID="10" presetClass="exit" presetSubtype="0" fill="hold" grpId="11" nodeType="afterEffect">
                                  <p:stCondLst>
                                    <p:cond delay="0"/>
                                  </p:stCondLst>
                                  <p:childTnLst>
                                    <p:animEffect transition="out" filter="fade">
                                      <p:cBhvr>
                                        <p:cTn id="197" dur="1000"/>
                                        <p:tgtEl>
                                          <p:spTgt spid="7"/>
                                        </p:tgtEl>
                                      </p:cBhvr>
                                    </p:animEffect>
                                    <p:set>
                                      <p:cBhvr>
                                        <p:cTn id="198" dur="1" fill="hold">
                                          <p:stCondLst>
                                            <p:cond delay="9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A2B"/>
        </a:solidFill>
      </p:bgPr>
    </p:bg>
    <p:spTree>
      <p:nvGrpSpPr>
        <p:cNvPr id="1" name=""/>
        <p:cNvGrpSpPr/>
        <p:nvPr/>
      </p:nvGrpSpPr>
      <p:grpSpPr>
        <a:xfrm>
          <a:off x="0" y="0"/>
          <a:ext cx="0" cy="0"/>
          <a:chOff x="0" y="0"/>
          <a:chExt cx="0" cy="0"/>
        </a:xfrm>
      </p:grpSpPr>
      <p:sp>
        <p:nvSpPr>
          <p:cNvPr id="3" name="title"/>
          <p:cNvSpPr txBox="1"/>
          <p:nvPr/>
        </p:nvSpPr>
        <p:spPr>
          <a:xfrm>
            <a:off x="548640" y="320040"/>
            <a:ext cx="5852160" cy="822960"/>
          </a:xfrm>
          <a:prstGeom prst="rect">
            <a:avLst/>
          </a:prstGeom>
          <a:noFill/>
          <a:ln/>
        </p:spPr>
        <p:txBody>
          <a:bodyPr wrap="square" lIns="0" tIns="0" rIns="0" bIns="0" rtlCol="0" anchor="ctr"/>
          <a:lstStyle/>
          <a:p>
            <a:pPr indent="0" marL="0">
              <a:buNone/>
            </a:pPr>
            <a:r>
              <a:rPr lang="en-US" sz="3800" b="1" dirty="0">
                <a:solidFill>
                  <a:srgbClr val="D4A537"/>
                </a:solidFill>
                <a:latin typeface="Bookman Old Style" pitchFamily="34" charset="0"/>
                <a:ea typeface="Bookman Old Style" pitchFamily="34" charset="-122"/>
                <a:cs typeface="Bookman Old Style" pitchFamily="34" charset="-120"/>
              </a:rPr>
              <a:t>Nilul, sursa vieții</a:t>
            </a:r>
            <a:endParaRPr lang="en-US" sz="3800" dirty="0"/>
          </a:p>
        </p:txBody>
      </p:sp>
      <p:sp>
        <p:nvSpPr>
          <p:cNvPr id="4" name="frame"/>
          <p:cNvSpPr/>
          <p:nvPr/>
        </p:nvSpPr>
        <p:spPr>
          <a:xfrm>
            <a:off x="6537960" y="502920"/>
            <a:ext cx="5212080" cy="5852160"/>
          </a:xfrm>
          <a:prstGeom prst="roundRect">
            <a:avLst>
              <a:gd name="adj" fmla="val 4386"/>
            </a:avLst>
          </a:prstGeom>
          <a:solidFill>
            <a:srgbClr val="D4A537"/>
          </a:solidFill>
          <a:ln/>
        </p:spPr>
      </p:sp>
      <p:pic>
        <p:nvPicPr>
          <p:cNvPr id="5" name="img0" descr="cache/nile_felucca_886x998_0.22.png">    </p:cNvPr>
          <p:cNvPicPr>
            <a:picLocks noChangeAspect="1"/>
          </p:cNvPicPr>
          <p:nvPr/>
        </p:nvPicPr>
        <p:blipFill>
          <a:blip r:embed="rId1"/>
          <a:stretch>
            <a:fillRect/>
          </a:stretch>
        </p:blipFill>
        <p:spPr>
          <a:xfrm>
            <a:off x="6611112" y="576072"/>
            <a:ext cx="5065776" cy="5705856"/>
          </a:xfrm>
          <a:prstGeom prst="rect">
            <a:avLst/>
          </a:prstGeom>
        </p:spPr>
      </p:pic>
      <p:pic>
        <p:nvPicPr>
          <p:cNvPr id="6" name="img1" descr="cache/obelisk_dawn_886x998_0.22.png">    </p:cNvPr>
          <p:cNvPicPr>
            <a:picLocks noChangeAspect="1"/>
          </p:cNvPicPr>
          <p:nvPr/>
        </p:nvPicPr>
        <p:blipFill>
          <a:blip r:embed="rId2"/>
          <a:stretch>
            <a:fillRect/>
          </a:stretch>
        </p:blipFill>
        <p:spPr>
          <a:xfrm>
            <a:off x="6611112" y="576072"/>
            <a:ext cx="5065776" cy="5705856"/>
          </a:xfrm>
          <a:prstGeom prst="rect">
            <a:avLst/>
          </a:prstGeom>
        </p:spPr>
      </p:pic>
      <p:sp>
        <p:nvSpPr>
          <p:cNvPr id="7" name="st0"/>
          <p:cNvSpPr/>
          <p:nvPr/>
        </p:nvSpPr>
        <p:spPr>
          <a:xfrm>
            <a:off x="548640" y="1417320"/>
            <a:ext cx="1783080" cy="1874520"/>
          </a:xfrm>
          <a:prstGeom prst="roundRect">
            <a:avLst>
              <a:gd name="adj" fmla="val 6154"/>
            </a:avLst>
          </a:prstGeom>
          <a:solidFill>
            <a:srgbClr val="16263D"/>
          </a:solidFill>
          <a:ln w="12700">
            <a:solidFill>
              <a:srgbClr val="1D3150"/>
            </a:solidFill>
            <a:prstDash val="solid"/>
          </a:ln>
        </p:spPr>
      </p:sp>
      <p:sp>
        <p:nvSpPr>
          <p:cNvPr id="8" name="sn0"/>
          <p:cNvSpPr txBox="1"/>
          <p:nvPr/>
        </p:nvSpPr>
        <p:spPr>
          <a:xfrm>
            <a:off x="658368" y="1572768"/>
            <a:ext cx="1563624" cy="640080"/>
          </a:xfrm>
          <a:prstGeom prst="rect">
            <a:avLst/>
          </a:prstGeom>
          <a:noFill/>
          <a:ln/>
        </p:spPr>
        <p:txBody>
          <a:bodyPr wrap="square" lIns="0" tIns="0" rIns="0" bIns="0" rtlCol="0" anchor="ctr"/>
          <a:lstStyle/>
          <a:p>
            <a:pPr algn="ctr" indent="0" marL="0">
              <a:buNone/>
            </a:pPr>
            <a:r>
              <a:rPr lang="en-US" sz="2600" b="1" dirty="0">
                <a:solidFill>
                  <a:srgbClr val="D4A537"/>
                </a:solidFill>
                <a:latin typeface="Bookman Old Style" pitchFamily="34" charset="0"/>
                <a:ea typeface="Bookman Old Style" pitchFamily="34" charset="-122"/>
                <a:cs typeface="Bookman Old Style" pitchFamily="34" charset="-120"/>
              </a:rPr>
              <a:t>6.650 km</a:t>
            </a:r>
            <a:endParaRPr lang="en-US" sz="2600" dirty="0"/>
          </a:p>
        </p:txBody>
      </p:sp>
      <p:sp>
        <p:nvSpPr>
          <p:cNvPr id="9" name="sl0"/>
          <p:cNvSpPr txBox="1"/>
          <p:nvPr/>
        </p:nvSpPr>
        <p:spPr>
          <a:xfrm>
            <a:off x="685800" y="2286000"/>
            <a:ext cx="1508760" cy="868680"/>
          </a:xfrm>
          <a:prstGeom prst="rect">
            <a:avLst/>
          </a:prstGeom>
          <a:noFill/>
          <a:ln/>
        </p:spPr>
        <p:txBody>
          <a:bodyPr wrap="square" lIns="0" tIns="0" rIns="0" bIns="0" rtlCol="0" anchor="ctr"/>
          <a:lstStyle/>
          <a:p>
            <a:pPr algn="ctr" indent="0" marL="0">
              <a:buNone/>
            </a:pPr>
            <a:r>
              <a:rPr lang="en-US" sz="1200" dirty="0">
                <a:solidFill>
                  <a:srgbClr val="EADBC0"/>
                </a:solidFill>
                <a:latin typeface="Calibri" pitchFamily="34" charset="0"/>
                <a:ea typeface="Calibri" pitchFamily="34" charset="-122"/>
                <a:cs typeface="Calibri" pitchFamily="34" charset="-120"/>
              </a:rPr>
              <a:t>lungimea Nilului (aprox.)</a:t>
            </a:r>
            <a:endParaRPr lang="en-US" sz="1200" dirty="0"/>
          </a:p>
        </p:txBody>
      </p:sp>
      <p:sp>
        <p:nvSpPr>
          <p:cNvPr id="10" name="st1"/>
          <p:cNvSpPr/>
          <p:nvPr/>
        </p:nvSpPr>
        <p:spPr>
          <a:xfrm>
            <a:off x="2514600" y="1417320"/>
            <a:ext cx="1783080" cy="1874520"/>
          </a:xfrm>
          <a:prstGeom prst="roundRect">
            <a:avLst>
              <a:gd name="adj" fmla="val 6154"/>
            </a:avLst>
          </a:prstGeom>
          <a:solidFill>
            <a:srgbClr val="16263D"/>
          </a:solidFill>
          <a:ln w="12700">
            <a:solidFill>
              <a:srgbClr val="1D3150"/>
            </a:solidFill>
            <a:prstDash val="solid"/>
          </a:ln>
        </p:spPr>
      </p:sp>
      <p:sp>
        <p:nvSpPr>
          <p:cNvPr id="11" name="sn1"/>
          <p:cNvSpPr txBox="1"/>
          <p:nvPr/>
        </p:nvSpPr>
        <p:spPr>
          <a:xfrm>
            <a:off x="2624328" y="1572768"/>
            <a:ext cx="1563624" cy="640080"/>
          </a:xfrm>
          <a:prstGeom prst="rect">
            <a:avLst/>
          </a:prstGeom>
          <a:noFill/>
          <a:ln/>
        </p:spPr>
        <p:txBody>
          <a:bodyPr wrap="square" lIns="0" tIns="0" rIns="0" bIns="0" rtlCol="0" anchor="ctr"/>
          <a:lstStyle/>
          <a:p>
            <a:pPr algn="ctr" indent="0" marL="0">
              <a:buNone/>
            </a:pPr>
            <a:r>
              <a:rPr lang="en-US" sz="3200" b="1" dirty="0">
                <a:solidFill>
                  <a:srgbClr val="D4A537"/>
                </a:solidFill>
                <a:latin typeface="Bookman Old Style" pitchFamily="34" charset="0"/>
                <a:ea typeface="Bookman Old Style" pitchFamily="34" charset="-122"/>
                <a:cs typeface="Bookman Old Style" pitchFamily="34" charset="-120"/>
              </a:rPr>
              <a:t>95%</a:t>
            </a:r>
            <a:endParaRPr lang="en-US" sz="3200" dirty="0"/>
          </a:p>
        </p:txBody>
      </p:sp>
      <p:sp>
        <p:nvSpPr>
          <p:cNvPr id="12" name="sl1"/>
          <p:cNvSpPr txBox="1"/>
          <p:nvPr/>
        </p:nvSpPr>
        <p:spPr>
          <a:xfrm>
            <a:off x="2651760" y="2286000"/>
            <a:ext cx="1508760" cy="868680"/>
          </a:xfrm>
          <a:prstGeom prst="rect">
            <a:avLst/>
          </a:prstGeom>
          <a:noFill/>
          <a:ln/>
        </p:spPr>
        <p:txBody>
          <a:bodyPr wrap="square" lIns="0" tIns="0" rIns="0" bIns="0" rtlCol="0" anchor="ctr"/>
          <a:lstStyle/>
          <a:p>
            <a:pPr algn="ctr" indent="0" marL="0">
              <a:buNone/>
            </a:pPr>
            <a:r>
              <a:rPr lang="en-US" sz="1200" dirty="0">
                <a:solidFill>
                  <a:srgbClr val="EADBC0"/>
                </a:solidFill>
                <a:latin typeface="Calibri" pitchFamily="34" charset="0"/>
                <a:ea typeface="Calibri" pitchFamily="34" charset="-122"/>
                <a:cs typeface="Calibri" pitchFamily="34" charset="-120"/>
              </a:rPr>
              <a:t>din populație trăiește pe Valea și Delta Nilului</a:t>
            </a:r>
            <a:endParaRPr lang="en-US" sz="1200" dirty="0"/>
          </a:p>
        </p:txBody>
      </p:sp>
      <p:sp>
        <p:nvSpPr>
          <p:cNvPr id="13" name="st2"/>
          <p:cNvSpPr/>
          <p:nvPr/>
        </p:nvSpPr>
        <p:spPr>
          <a:xfrm>
            <a:off x="4480560" y="1417320"/>
            <a:ext cx="1783080" cy="1874520"/>
          </a:xfrm>
          <a:prstGeom prst="roundRect">
            <a:avLst>
              <a:gd name="adj" fmla="val 6154"/>
            </a:avLst>
          </a:prstGeom>
          <a:solidFill>
            <a:srgbClr val="16263D"/>
          </a:solidFill>
          <a:ln w="12700">
            <a:solidFill>
              <a:srgbClr val="1D3150"/>
            </a:solidFill>
            <a:prstDash val="solid"/>
          </a:ln>
        </p:spPr>
      </p:sp>
      <p:sp>
        <p:nvSpPr>
          <p:cNvPr id="14" name="sn2"/>
          <p:cNvSpPr txBox="1"/>
          <p:nvPr/>
        </p:nvSpPr>
        <p:spPr>
          <a:xfrm>
            <a:off x="4590288" y="1572768"/>
            <a:ext cx="1563624" cy="640080"/>
          </a:xfrm>
          <a:prstGeom prst="rect">
            <a:avLst/>
          </a:prstGeom>
          <a:noFill/>
          <a:ln/>
        </p:spPr>
        <p:txBody>
          <a:bodyPr wrap="square" lIns="0" tIns="0" rIns="0" bIns="0" rtlCol="0" anchor="ctr"/>
          <a:lstStyle/>
          <a:p>
            <a:pPr algn="ctr" indent="0" marL="0">
              <a:buNone/>
            </a:pPr>
            <a:r>
              <a:rPr lang="en-US" sz="3200" b="1" dirty="0">
                <a:solidFill>
                  <a:srgbClr val="D4A537"/>
                </a:solidFill>
                <a:latin typeface="Bookman Old Style" pitchFamily="34" charset="0"/>
                <a:ea typeface="Bookman Old Style" pitchFamily="34" charset="-122"/>
                <a:cs typeface="Bookman Old Style" pitchFamily="34" charset="-120"/>
              </a:rPr>
              <a:t>96%</a:t>
            </a:r>
            <a:endParaRPr lang="en-US" sz="3200" dirty="0"/>
          </a:p>
        </p:txBody>
      </p:sp>
      <p:sp>
        <p:nvSpPr>
          <p:cNvPr id="15" name="sl2"/>
          <p:cNvSpPr txBox="1"/>
          <p:nvPr/>
        </p:nvSpPr>
        <p:spPr>
          <a:xfrm>
            <a:off x="4617720" y="2286000"/>
            <a:ext cx="1508760" cy="868680"/>
          </a:xfrm>
          <a:prstGeom prst="rect">
            <a:avLst/>
          </a:prstGeom>
          <a:noFill/>
          <a:ln/>
        </p:spPr>
        <p:txBody>
          <a:bodyPr wrap="square" lIns="0" tIns="0" rIns="0" bIns="0" rtlCol="0" anchor="ctr"/>
          <a:lstStyle/>
          <a:p>
            <a:pPr algn="ctr" indent="0" marL="0">
              <a:buNone/>
            </a:pPr>
            <a:r>
              <a:rPr lang="en-US" sz="1200" dirty="0">
                <a:solidFill>
                  <a:srgbClr val="EADBC0"/>
                </a:solidFill>
                <a:latin typeface="Calibri" pitchFamily="34" charset="0"/>
                <a:ea typeface="Calibri" pitchFamily="34" charset="-122"/>
                <a:cs typeface="Calibri" pitchFamily="34" charset="-120"/>
              </a:rPr>
              <a:t>din teritoriu este deșert (aprox.)</a:t>
            </a:r>
            <a:endParaRPr lang="en-US" sz="1200" dirty="0"/>
          </a:p>
        </p:txBody>
      </p:sp>
      <p:sp>
        <p:nvSpPr>
          <p:cNvPr id="16" name="r0_c"/>
          <p:cNvSpPr/>
          <p:nvPr/>
        </p:nvSpPr>
        <p:spPr>
          <a:xfrm>
            <a:off x="548640" y="3657600"/>
            <a:ext cx="594360" cy="594360"/>
          </a:xfrm>
          <a:prstGeom prst="ellipse">
            <a:avLst/>
          </a:prstGeom>
          <a:solidFill>
            <a:srgbClr val="2A9D8F"/>
          </a:solidFill>
          <a:ln w="19050">
            <a:solidFill>
              <a:srgbClr val="D4A537"/>
            </a:solidFill>
            <a:prstDash val="solid"/>
          </a:ln>
        </p:spPr>
      </p:sp>
      <p:pic>
        <p:nvPicPr>
          <p:cNvPr id="17" name="r0_i" descr="preencoded.png">    </p:cNvPr>
          <p:cNvPicPr>
            <a:picLocks noChangeAspect="1"/>
          </p:cNvPicPr>
          <p:nvPr/>
        </p:nvPicPr>
        <p:blipFill>
          <a:blip r:embed="rId3"/>
          <a:stretch>
            <a:fillRect/>
          </a:stretch>
        </p:blipFill>
        <p:spPr>
          <a:xfrm>
            <a:off x="667512" y="3776472"/>
            <a:ext cx="356616" cy="356616"/>
          </a:xfrm>
          <a:prstGeom prst="rect">
            <a:avLst/>
          </a:prstGeom>
        </p:spPr>
      </p:pic>
      <p:sp>
        <p:nvSpPr>
          <p:cNvPr id="18" name="rt0"/>
          <p:cNvSpPr txBox="1"/>
          <p:nvPr/>
        </p:nvSpPr>
        <p:spPr>
          <a:xfrm>
            <a:off x="1325880" y="3639312"/>
            <a:ext cx="4846320" cy="640080"/>
          </a:xfrm>
          <a:prstGeom prst="rect">
            <a:avLst/>
          </a:prstGeom>
          <a:noFill/>
          <a:ln/>
        </p:spPr>
        <p:txBody>
          <a:bodyPr wrap="square" lIns="0" tIns="0" rIns="0" bIns="0" rtlCol="0" anchor="ctr"/>
          <a:lstStyle/>
          <a:p>
            <a:pPr indent="0" marL="0">
              <a:buNone/>
            </a:pPr>
            <a:r>
              <a:rPr lang="en-US" sz="1600" dirty="0">
                <a:solidFill>
                  <a:srgbClr val="EADBC0"/>
                </a:solidFill>
                <a:latin typeface="Calibri" pitchFamily="34" charset="0"/>
                <a:ea typeface="Calibri" pitchFamily="34" charset="-122"/>
                <a:cs typeface="Calibri" pitchFamily="34" charset="-120"/>
              </a:rPr>
              <a:t>Revărsarea anuală (iulie–septembrie) aducea mâl fertil pe câmpuri</a:t>
            </a:r>
            <a:endParaRPr lang="en-US" sz="1600" dirty="0"/>
          </a:p>
        </p:txBody>
      </p:sp>
      <p:sp>
        <p:nvSpPr>
          <p:cNvPr id="19" name="r1_c"/>
          <p:cNvSpPr/>
          <p:nvPr/>
        </p:nvSpPr>
        <p:spPr>
          <a:xfrm>
            <a:off x="548640" y="4526280"/>
            <a:ext cx="594360" cy="594360"/>
          </a:xfrm>
          <a:prstGeom prst="ellipse">
            <a:avLst/>
          </a:prstGeom>
          <a:solidFill>
            <a:srgbClr val="2A9D8F"/>
          </a:solidFill>
          <a:ln w="19050">
            <a:solidFill>
              <a:srgbClr val="D4A537"/>
            </a:solidFill>
            <a:prstDash val="solid"/>
          </a:ln>
        </p:spPr>
      </p:sp>
      <p:pic>
        <p:nvPicPr>
          <p:cNvPr id="20" name="r1_i" descr="preencoded.png">    </p:cNvPr>
          <p:cNvPicPr>
            <a:picLocks noChangeAspect="1"/>
          </p:cNvPicPr>
          <p:nvPr/>
        </p:nvPicPr>
        <p:blipFill>
          <a:blip r:embed="rId4"/>
          <a:stretch>
            <a:fillRect/>
          </a:stretch>
        </p:blipFill>
        <p:spPr>
          <a:xfrm>
            <a:off x="667512" y="4645152"/>
            <a:ext cx="356616" cy="356616"/>
          </a:xfrm>
          <a:prstGeom prst="rect">
            <a:avLst/>
          </a:prstGeom>
        </p:spPr>
      </p:pic>
      <p:sp>
        <p:nvSpPr>
          <p:cNvPr id="21" name="rt1"/>
          <p:cNvSpPr txBox="1"/>
          <p:nvPr/>
        </p:nvSpPr>
        <p:spPr>
          <a:xfrm>
            <a:off x="1325880" y="4507992"/>
            <a:ext cx="4846320" cy="640080"/>
          </a:xfrm>
          <a:prstGeom prst="rect">
            <a:avLst/>
          </a:prstGeom>
          <a:noFill/>
          <a:ln/>
        </p:spPr>
        <p:txBody>
          <a:bodyPr wrap="square" lIns="0" tIns="0" rIns="0" bIns="0" rtlCol="0" anchor="ctr"/>
          <a:lstStyle/>
          <a:p>
            <a:pPr indent="0" marL="0">
              <a:buNone/>
            </a:pPr>
            <a:r>
              <a:rPr lang="en-US" sz="1600" dirty="0">
                <a:solidFill>
                  <a:srgbClr val="EADBC0"/>
                </a:solidFill>
                <a:latin typeface="Calibri" pitchFamily="34" charset="0"/>
                <a:ea typeface="Calibri" pitchFamily="34" charset="-122"/>
                <a:cs typeface="Calibri" pitchFamily="34" charset="-120"/>
              </a:rPr>
              <a:t>Egiptul de Sus (sudul) și Egiptul de Jos (nordul, Delta)</a:t>
            </a:r>
            <a:endParaRPr lang="en-US" sz="1600" dirty="0"/>
          </a:p>
        </p:txBody>
      </p:sp>
      <p:sp>
        <p:nvSpPr>
          <p:cNvPr id="22" name="r2_c"/>
          <p:cNvSpPr/>
          <p:nvPr/>
        </p:nvSpPr>
        <p:spPr>
          <a:xfrm>
            <a:off x="548640" y="5394960"/>
            <a:ext cx="594360" cy="594360"/>
          </a:xfrm>
          <a:prstGeom prst="ellipse">
            <a:avLst/>
          </a:prstGeom>
          <a:solidFill>
            <a:srgbClr val="2A9D8F"/>
          </a:solidFill>
          <a:ln w="19050">
            <a:solidFill>
              <a:srgbClr val="D4A537"/>
            </a:solidFill>
            <a:prstDash val="solid"/>
          </a:ln>
        </p:spPr>
      </p:sp>
      <p:pic>
        <p:nvPicPr>
          <p:cNvPr id="23" name="r2_i" descr="preencoded.png">    </p:cNvPr>
          <p:cNvPicPr>
            <a:picLocks noChangeAspect="1"/>
          </p:cNvPicPr>
          <p:nvPr/>
        </p:nvPicPr>
        <p:blipFill>
          <a:blip r:embed="rId5"/>
          <a:stretch>
            <a:fillRect/>
          </a:stretch>
        </p:blipFill>
        <p:spPr>
          <a:xfrm>
            <a:off x="667512" y="5513832"/>
            <a:ext cx="356616" cy="356616"/>
          </a:xfrm>
          <a:prstGeom prst="rect">
            <a:avLst/>
          </a:prstGeom>
        </p:spPr>
      </p:pic>
      <p:sp>
        <p:nvSpPr>
          <p:cNvPr id="24" name="rt2"/>
          <p:cNvSpPr txBox="1"/>
          <p:nvPr/>
        </p:nvSpPr>
        <p:spPr>
          <a:xfrm>
            <a:off x="1325880" y="5376672"/>
            <a:ext cx="4846320" cy="640080"/>
          </a:xfrm>
          <a:prstGeom prst="rect">
            <a:avLst/>
          </a:prstGeom>
          <a:noFill/>
          <a:ln/>
        </p:spPr>
        <p:txBody>
          <a:bodyPr wrap="square" lIns="0" tIns="0" rIns="0" bIns="0" rtlCol="0" anchor="ctr"/>
          <a:lstStyle/>
          <a:p>
            <a:pPr indent="0" marL="0">
              <a:buNone/>
            </a:pPr>
            <a:r>
              <a:rPr lang="en-US" sz="1600" dirty="0">
                <a:solidFill>
                  <a:srgbClr val="EADBC0"/>
                </a:solidFill>
                <a:latin typeface="Calibri" pitchFamily="34" charset="0"/>
                <a:ea typeface="Calibri" pitchFamily="34" charset="-122"/>
                <a:cs typeface="Calibri" pitchFamily="34" charset="-120"/>
              </a:rPr>
              <a:t>Kemet, „pământul negru” fertil, și Deshret, „pământul roșu” al deșertului</a:t>
            </a:r>
            <a:endParaRPr lang="en-US" sz="1600"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00" fill="hold" decel="100000"/>
                                        <p:tgtEl>
                                          <p:spTgt spid="3"/>
                                        </p:tgtEl>
                                        <p:attrNameLst>
                                          <p:attrName>ppt_x</p:attrName>
                                        </p:attrNameLst>
                                      </p:cBhvr>
                                      <p:tavLst>
                                        <p:tav tm="0">
                                          <p:val>
                                            <p:strVal val="0-#ppt_w/2"/>
                                          </p:val>
                                        </p:tav>
                                        <p:tav tm="100000">
                                          <p:val>
                                            <p:strVal val="#ppt_x"/>
                                          </p:val>
                                        </p:tav>
                                      </p:tavLst>
                                    </p:anim>
                                    <p:anim calcmode="lin" valueType="num">
                                      <p:cBhvr additive="base">
                                        <p:cTn id="8" dur="700" fill="hold" decel="100000"/>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150"/>
                            </p:stCondLst>
                            <p:childTnLst>
                              <p:par>
                                <p:cTn id="10" presetID="10" presetClass="entr" presetSubtype="0"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53" presetClass="entr" presetSubtype="16"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700" fill="hold" decel="100000"/>
                                        <p:tgtEl>
                                          <p:spTgt spid="5"/>
                                        </p:tgtEl>
                                        <p:attrNameLst>
                                          <p:attrName>ppt_w</p:attrName>
                                        </p:attrNameLst>
                                      </p:cBhvr>
                                      <p:tavLst>
                                        <p:tav tm="0">
                                          <p:val>
                                            <p:strVal val="0"/>
                                          </p:val>
                                        </p:tav>
                                        <p:tav tm="100000">
                                          <p:val>
                                            <p:strVal val="#ppt_w"/>
                                          </p:val>
                                        </p:tav>
                                      </p:tavLst>
                                    </p:anim>
                                    <p:anim calcmode="lin" valueType="num">
                                      <p:cBhvr additive="base">
                                        <p:cTn id="16" dur="700" fill="hold" decel="100000"/>
                                        <p:tgtEl>
                                          <p:spTgt spid="5"/>
                                        </p:tgtEl>
                                        <p:attrNameLst>
                                          <p:attrName>ppt_h</p:attrName>
                                        </p:attrNameLst>
                                      </p:cBhvr>
                                      <p:tavLst>
                                        <p:tav tm="0">
                                          <p:val>
                                            <p:strVal val="0"/>
                                          </p:val>
                                        </p:tav>
                                        <p:tav tm="100000">
                                          <p:val>
                                            <p:strVal val="#ppt_h"/>
                                          </p:val>
                                        </p:tav>
                                      </p:tavLst>
                                    </p:anim>
                                    <p:animEffect transition="in" filter="fade">
                                      <p:cBhvr>
                                        <p:cTn id="17" dur="700"/>
                                        <p:tgtEl>
                                          <p:spTgt spid="5"/>
                                        </p:tgtEl>
                                      </p:cBhvr>
                                    </p:animEffect>
                                  </p:childTnLst>
                                </p:cTn>
                              </p:par>
                            </p:childTnLst>
                          </p:cTn>
                        </p:par>
                        <p:par>
                          <p:cTn id="18" fill="hold">
                            <p:stCondLst>
                              <p:cond delay="700"/>
                            </p:stCondLst>
                            <p:childTnLst>
                              <p:par>
                                <p:cTn id="19" presetID="53" presetClass="entr" presetSubtype="16"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600" fill="hold" decel="100000"/>
                                        <p:tgtEl>
                                          <p:spTgt spid="7"/>
                                        </p:tgtEl>
                                        <p:attrNameLst>
                                          <p:attrName>ppt_w</p:attrName>
                                        </p:attrNameLst>
                                      </p:cBhvr>
                                      <p:tavLst>
                                        <p:tav tm="0">
                                          <p:val>
                                            <p:strVal val="0"/>
                                          </p:val>
                                        </p:tav>
                                        <p:tav tm="100000">
                                          <p:val>
                                            <p:strVal val="#ppt_w"/>
                                          </p:val>
                                        </p:tav>
                                      </p:tavLst>
                                    </p:anim>
                                    <p:anim calcmode="lin" valueType="num">
                                      <p:cBhvr additive="base">
                                        <p:cTn id="22" dur="600" fill="hold" decel="100000"/>
                                        <p:tgtEl>
                                          <p:spTgt spid="7"/>
                                        </p:tgtEl>
                                        <p:attrNameLst>
                                          <p:attrName>ppt_h</p:attrName>
                                        </p:attrNameLst>
                                      </p:cBhvr>
                                      <p:tavLst>
                                        <p:tav tm="0">
                                          <p:val>
                                            <p:strVal val="0"/>
                                          </p:val>
                                        </p:tav>
                                        <p:tav tm="100000">
                                          <p:val>
                                            <p:strVal val="#ppt_h"/>
                                          </p:val>
                                        </p:tav>
                                      </p:tavLst>
                                    </p:anim>
                                    <p:animEffect transition="in" filter="fade">
                                      <p:cBhvr>
                                        <p:cTn id="23" dur="600"/>
                                        <p:tgtEl>
                                          <p:spTgt spid="7"/>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600" fill="hold" decel="100000"/>
                                        <p:tgtEl>
                                          <p:spTgt spid="8"/>
                                        </p:tgtEl>
                                        <p:attrNameLst>
                                          <p:attrName>ppt_w</p:attrName>
                                        </p:attrNameLst>
                                      </p:cBhvr>
                                      <p:tavLst>
                                        <p:tav tm="0">
                                          <p:val>
                                            <p:strVal val="0"/>
                                          </p:val>
                                        </p:tav>
                                        <p:tav tm="100000">
                                          <p:val>
                                            <p:strVal val="#ppt_w"/>
                                          </p:val>
                                        </p:tav>
                                      </p:tavLst>
                                    </p:anim>
                                    <p:anim calcmode="lin" valueType="num">
                                      <p:cBhvr additive="base">
                                        <p:cTn id="27" dur="600" fill="hold" decel="100000"/>
                                        <p:tgtEl>
                                          <p:spTgt spid="8"/>
                                        </p:tgtEl>
                                        <p:attrNameLst>
                                          <p:attrName>ppt_h</p:attrName>
                                        </p:attrNameLst>
                                      </p:cBhvr>
                                      <p:tavLst>
                                        <p:tav tm="0">
                                          <p:val>
                                            <p:strVal val="0"/>
                                          </p:val>
                                        </p:tav>
                                        <p:tav tm="100000">
                                          <p:val>
                                            <p:strVal val="#ppt_h"/>
                                          </p:val>
                                        </p:tav>
                                      </p:tavLst>
                                    </p:anim>
                                    <p:animEffect transition="in" filter="fade">
                                      <p:cBhvr>
                                        <p:cTn id="28" dur="600"/>
                                        <p:tgtEl>
                                          <p:spTgt spid="8"/>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600" fill="hold" decel="100000"/>
                                        <p:tgtEl>
                                          <p:spTgt spid="9"/>
                                        </p:tgtEl>
                                        <p:attrNameLst>
                                          <p:attrName>ppt_w</p:attrName>
                                        </p:attrNameLst>
                                      </p:cBhvr>
                                      <p:tavLst>
                                        <p:tav tm="0">
                                          <p:val>
                                            <p:strVal val="0"/>
                                          </p:val>
                                        </p:tav>
                                        <p:tav tm="100000">
                                          <p:val>
                                            <p:strVal val="#ppt_w"/>
                                          </p:val>
                                        </p:tav>
                                      </p:tavLst>
                                    </p:anim>
                                    <p:anim calcmode="lin" valueType="num">
                                      <p:cBhvr additive="base">
                                        <p:cTn id="32" dur="600" fill="hold" decel="100000"/>
                                        <p:tgtEl>
                                          <p:spTgt spid="9"/>
                                        </p:tgtEl>
                                        <p:attrNameLst>
                                          <p:attrName>ppt_h</p:attrName>
                                        </p:attrNameLst>
                                      </p:cBhvr>
                                      <p:tavLst>
                                        <p:tav tm="0">
                                          <p:val>
                                            <p:strVal val="0"/>
                                          </p:val>
                                        </p:tav>
                                        <p:tav tm="100000">
                                          <p:val>
                                            <p:strVal val="#ppt_h"/>
                                          </p:val>
                                        </p:tav>
                                      </p:tavLst>
                                    </p:anim>
                                    <p:animEffect transition="in" filter="fade">
                                      <p:cBhvr>
                                        <p:cTn id="33" dur="600"/>
                                        <p:tgtEl>
                                          <p:spTgt spid="9"/>
                                        </p:tgtEl>
                                      </p:cBhvr>
                                    </p:animEffect>
                                  </p:childTnLst>
                                </p:cTn>
                              </p:par>
                            </p:childTnLst>
                          </p:cTn>
                        </p:par>
                        <p:par>
                          <p:cTn id="34" fill="hold">
                            <p:stCondLst>
                              <p:cond delay="1150"/>
                            </p:stCondLst>
                            <p:childTnLst>
                              <p:par>
                                <p:cTn id="35" presetID="53" presetClass="entr" presetSubtype="16" fill="hold" grpId="0" nodeType="after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600" fill="hold" decel="100000"/>
                                        <p:tgtEl>
                                          <p:spTgt spid="10"/>
                                        </p:tgtEl>
                                        <p:attrNameLst>
                                          <p:attrName>ppt_w</p:attrName>
                                        </p:attrNameLst>
                                      </p:cBhvr>
                                      <p:tavLst>
                                        <p:tav tm="0">
                                          <p:val>
                                            <p:strVal val="0"/>
                                          </p:val>
                                        </p:tav>
                                        <p:tav tm="100000">
                                          <p:val>
                                            <p:strVal val="#ppt_w"/>
                                          </p:val>
                                        </p:tav>
                                      </p:tavLst>
                                    </p:anim>
                                    <p:anim calcmode="lin" valueType="num">
                                      <p:cBhvr additive="base">
                                        <p:cTn id="38" dur="600" fill="hold" decel="100000"/>
                                        <p:tgtEl>
                                          <p:spTgt spid="10"/>
                                        </p:tgtEl>
                                        <p:attrNameLst>
                                          <p:attrName>ppt_h</p:attrName>
                                        </p:attrNameLst>
                                      </p:cBhvr>
                                      <p:tavLst>
                                        <p:tav tm="0">
                                          <p:val>
                                            <p:strVal val="0"/>
                                          </p:val>
                                        </p:tav>
                                        <p:tav tm="100000">
                                          <p:val>
                                            <p:strVal val="#ppt_h"/>
                                          </p:val>
                                        </p:tav>
                                      </p:tavLst>
                                    </p:anim>
                                    <p:animEffect transition="in" filter="fade">
                                      <p:cBhvr>
                                        <p:cTn id="39" dur="600"/>
                                        <p:tgtEl>
                                          <p:spTgt spid="10"/>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 calcmode="lin" valueType="num">
                                      <p:cBhvr additive="base">
                                        <p:cTn id="42" dur="600" fill="hold" decel="100000"/>
                                        <p:tgtEl>
                                          <p:spTgt spid="11"/>
                                        </p:tgtEl>
                                        <p:attrNameLst>
                                          <p:attrName>ppt_w</p:attrName>
                                        </p:attrNameLst>
                                      </p:cBhvr>
                                      <p:tavLst>
                                        <p:tav tm="0">
                                          <p:val>
                                            <p:strVal val="0"/>
                                          </p:val>
                                        </p:tav>
                                        <p:tav tm="100000">
                                          <p:val>
                                            <p:strVal val="#ppt_w"/>
                                          </p:val>
                                        </p:tav>
                                      </p:tavLst>
                                    </p:anim>
                                    <p:anim calcmode="lin" valueType="num">
                                      <p:cBhvr additive="base">
                                        <p:cTn id="43" dur="600" fill="hold" decel="100000"/>
                                        <p:tgtEl>
                                          <p:spTgt spid="11"/>
                                        </p:tgtEl>
                                        <p:attrNameLst>
                                          <p:attrName>ppt_h</p:attrName>
                                        </p:attrNameLst>
                                      </p:cBhvr>
                                      <p:tavLst>
                                        <p:tav tm="0">
                                          <p:val>
                                            <p:strVal val="0"/>
                                          </p:val>
                                        </p:tav>
                                        <p:tav tm="100000">
                                          <p:val>
                                            <p:strVal val="#ppt_h"/>
                                          </p:val>
                                        </p:tav>
                                      </p:tavLst>
                                    </p:anim>
                                    <p:animEffect transition="in" filter="fade">
                                      <p:cBhvr>
                                        <p:cTn id="44" dur="600"/>
                                        <p:tgtEl>
                                          <p:spTgt spid="11"/>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2"/>
                                        </p:tgtEl>
                                        <p:attrNameLst>
                                          <p:attrName>style.visibility</p:attrName>
                                        </p:attrNameLst>
                                      </p:cBhvr>
                                      <p:to>
                                        <p:strVal val="visible"/>
                                      </p:to>
                                    </p:set>
                                    <p:anim calcmode="lin" valueType="num">
                                      <p:cBhvr additive="base">
                                        <p:cTn id="47" dur="600" fill="hold" decel="100000"/>
                                        <p:tgtEl>
                                          <p:spTgt spid="12"/>
                                        </p:tgtEl>
                                        <p:attrNameLst>
                                          <p:attrName>ppt_w</p:attrName>
                                        </p:attrNameLst>
                                      </p:cBhvr>
                                      <p:tavLst>
                                        <p:tav tm="0">
                                          <p:val>
                                            <p:strVal val="0"/>
                                          </p:val>
                                        </p:tav>
                                        <p:tav tm="100000">
                                          <p:val>
                                            <p:strVal val="#ppt_w"/>
                                          </p:val>
                                        </p:tav>
                                      </p:tavLst>
                                    </p:anim>
                                    <p:anim calcmode="lin" valueType="num">
                                      <p:cBhvr additive="base">
                                        <p:cTn id="48" dur="600" fill="hold" decel="100000"/>
                                        <p:tgtEl>
                                          <p:spTgt spid="12"/>
                                        </p:tgtEl>
                                        <p:attrNameLst>
                                          <p:attrName>ppt_h</p:attrName>
                                        </p:attrNameLst>
                                      </p:cBhvr>
                                      <p:tavLst>
                                        <p:tav tm="0">
                                          <p:val>
                                            <p:strVal val="0"/>
                                          </p:val>
                                        </p:tav>
                                        <p:tav tm="100000">
                                          <p:val>
                                            <p:strVal val="#ppt_h"/>
                                          </p:val>
                                        </p:tav>
                                      </p:tavLst>
                                    </p:anim>
                                    <p:animEffect transition="in" filter="fade">
                                      <p:cBhvr>
                                        <p:cTn id="49" dur="600"/>
                                        <p:tgtEl>
                                          <p:spTgt spid="12"/>
                                        </p:tgtEl>
                                      </p:cBhvr>
                                    </p:animEffect>
                                  </p:childTnLst>
                                </p:cTn>
                              </p:par>
                            </p:childTnLst>
                          </p:cTn>
                        </p:par>
                        <p:par>
                          <p:cTn id="50" fill="hold">
                            <p:stCondLst>
                              <p:cond delay="1600"/>
                            </p:stCondLst>
                            <p:childTnLst>
                              <p:par>
                                <p:cTn id="51" presetID="53" presetClass="entr" presetSubtype="16" fill="hold" grpId="0" nodeType="afterEffect">
                                  <p:stCondLst>
                                    <p:cond delay="0"/>
                                  </p:stCondLst>
                                  <p:childTnLst>
                                    <p:set>
                                      <p:cBhvr>
                                        <p:cTn id="52" dur="1" fill="hold">
                                          <p:stCondLst>
                                            <p:cond delay="0"/>
                                          </p:stCondLst>
                                        </p:cTn>
                                        <p:tgtEl>
                                          <p:spTgt spid="13"/>
                                        </p:tgtEl>
                                        <p:attrNameLst>
                                          <p:attrName>style.visibility</p:attrName>
                                        </p:attrNameLst>
                                      </p:cBhvr>
                                      <p:to>
                                        <p:strVal val="visible"/>
                                      </p:to>
                                    </p:set>
                                    <p:anim calcmode="lin" valueType="num">
                                      <p:cBhvr additive="base">
                                        <p:cTn id="53" dur="600" fill="hold" decel="100000"/>
                                        <p:tgtEl>
                                          <p:spTgt spid="13"/>
                                        </p:tgtEl>
                                        <p:attrNameLst>
                                          <p:attrName>ppt_w</p:attrName>
                                        </p:attrNameLst>
                                      </p:cBhvr>
                                      <p:tavLst>
                                        <p:tav tm="0">
                                          <p:val>
                                            <p:strVal val="0"/>
                                          </p:val>
                                        </p:tav>
                                        <p:tav tm="100000">
                                          <p:val>
                                            <p:strVal val="#ppt_w"/>
                                          </p:val>
                                        </p:tav>
                                      </p:tavLst>
                                    </p:anim>
                                    <p:anim calcmode="lin" valueType="num">
                                      <p:cBhvr additive="base">
                                        <p:cTn id="54" dur="600" fill="hold" decel="100000"/>
                                        <p:tgtEl>
                                          <p:spTgt spid="13"/>
                                        </p:tgtEl>
                                        <p:attrNameLst>
                                          <p:attrName>ppt_h</p:attrName>
                                        </p:attrNameLst>
                                      </p:cBhvr>
                                      <p:tavLst>
                                        <p:tav tm="0">
                                          <p:val>
                                            <p:strVal val="0"/>
                                          </p:val>
                                        </p:tav>
                                        <p:tav tm="100000">
                                          <p:val>
                                            <p:strVal val="#ppt_h"/>
                                          </p:val>
                                        </p:tav>
                                      </p:tavLst>
                                    </p:anim>
                                    <p:animEffect transition="in" filter="fade">
                                      <p:cBhvr>
                                        <p:cTn id="55" dur="600"/>
                                        <p:tgtEl>
                                          <p:spTgt spid="13"/>
                                        </p:tgtEl>
                                      </p:cBhvr>
                                    </p:animEffect>
                                  </p:childTnLst>
                                </p:cTn>
                              </p:par>
                              <p:par>
                                <p:cTn id="56" presetID="53" presetClass="entr" presetSubtype="16" fill="hold" grpId="0" nodeType="withEffect">
                                  <p:stCondLst>
                                    <p:cond delay="0"/>
                                  </p:stCondLst>
                                  <p:childTnLst>
                                    <p:set>
                                      <p:cBhvr>
                                        <p:cTn id="57" dur="1" fill="hold">
                                          <p:stCondLst>
                                            <p:cond delay="0"/>
                                          </p:stCondLst>
                                        </p:cTn>
                                        <p:tgtEl>
                                          <p:spTgt spid="14"/>
                                        </p:tgtEl>
                                        <p:attrNameLst>
                                          <p:attrName>style.visibility</p:attrName>
                                        </p:attrNameLst>
                                      </p:cBhvr>
                                      <p:to>
                                        <p:strVal val="visible"/>
                                      </p:to>
                                    </p:set>
                                    <p:anim calcmode="lin" valueType="num">
                                      <p:cBhvr additive="base">
                                        <p:cTn id="58" dur="600" fill="hold" decel="100000"/>
                                        <p:tgtEl>
                                          <p:spTgt spid="14"/>
                                        </p:tgtEl>
                                        <p:attrNameLst>
                                          <p:attrName>ppt_w</p:attrName>
                                        </p:attrNameLst>
                                      </p:cBhvr>
                                      <p:tavLst>
                                        <p:tav tm="0">
                                          <p:val>
                                            <p:strVal val="0"/>
                                          </p:val>
                                        </p:tav>
                                        <p:tav tm="100000">
                                          <p:val>
                                            <p:strVal val="#ppt_w"/>
                                          </p:val>
                                        </p:tav>
                                      </p:tavLst>
                                    </p:anim>
                                    <p:anim calcmode="lin" valueType="num">
                                      <p:cBhvr additive="base">
                                        <p:cTn id="59" dur="600" fill="hold" decel="100000"/>
                                        <p:tgtEl>
                                          <p:spTgt spid="14"/>
                                        </p:tgtEl>
                                        <p:attrNameLst>
                                          <p:attrName>ppt_h</p:attrName>
                                        </p:attrNameLst>
                                      </p:cBhvr>
                                      <p:tavLst>
                                        <p:tav tm="0">
                                          <p:val>
                                            <p:strVal val="0"/>
                                          </p:val>
                                        </p:tav>
                                        <p:tav tm="100000">
                                          <p:val>
                                            <p:strVal val="#ppt_h"/>
                                          </p:val>
                                        </p:tav>
                                      </p:tavLst>
                                    </p:anim>
                                    <p:animEffect transition="in" filter="fade">
                                      <p:cBhvr>
                                        <p:cTn id="60" dur="600"/>
                                        <p:tgtEl>
                                          <p:spTgt spid="14"/>
                                        </p:tgtEl>
                                      </p:cBhvr>
                                    </p:animEffect>
                                  </p:childTnLst>
                                </p:cTn>
                              </p:par>
                              <p:par>
                                <p:cTn id="61" presetID="53" presetClass="entr" presetSubtype="16" fill="hold" grpId="0" nodeType="withEffect">
                                  <p:stCondLst>
                                    <p:cond delay="0"/>
                                  </p:stCondLst>
                                  <p:childTnLst>
                                    <p:set>
                                      <p:cBhvr>
                                        <p:cTn id="62" dur="1" fill="hold">
                                          <p:stCondLst>
                                            <p:cond delay="0"/>
                                          </p:stCondLst>
                                        </p:cTn>
                                        <p:tgtEl>
                                          <p:spTgt spid="15"/>
                                        </p:tgtEl>
                                        <p:attrNameLst>
                                          <p:attrName>style.visibility</p:attrName>
                                        </p:attrNameLst>
                                      </p:cBhvr>
                                      <p:to>
                                        <p:strVal val="visible"/>
                                      </p:to>
                                    </p:set>
                                    <p:anim calcmode="lin" valueType="num">
                                      <p:cBhvr additive="base">
                                        <p:cTn id="63" dur="600" fill="hold" decel="100000"/>
                                        <p:tgtEl>
                                          <p:spTgt spid="15"/>
                                        </p:tgtEl>
                                        <p:attrNameLst>
                                          <p:attrName>ppt_w</p:attrName>
                                        </p:attrNameLst>
                                      </p:cBhvr>
                                      <p:tavLst>
                                        <p:tav tm="0">
                                          <p:val>
                                            <p:strVal val="0"/>
                                          </p:val>
                                        </p:tav>
                                        <p:tav tm="100000">
                                          <p:val>
                                            <p:strVal val="#ppt_w"/>
                                          </p:val>
                                        </p:tav>
                                      </p:tavLst>
                                    </p:anim>
                                    <p:anim calcmode="lin" valueType="num">
                                      <p:cBhvr additive="base">
                                        <p:cTn id="64" dur="600" fill="hold" decel="100000"/>
                                        <p:tgtEl>
                                          <p:spTgt spid="15"/>
                                        </p:tgtEl>
                                        <p:attrNameLst>
                                          <p:attrName>ppt_h</p:attrName>
                                        </p:attrNameLst>
                                      </p:cBhvr>
                                      <p:tavLst>
                                        <p:tav tm="0">
                                          <p:val>
                                            <p:strVal val="0"/>
                                          </p:val>
                                        </p:tav>
                                        <p:tav tm="100000">
                                          <p:val>
                                            <p:strVal val="#ppt_h"/>
                                          </p:val>
                                        </p:tav>
                                      </p:tavLst>
                                    </p:anim>
                                    <p:animEffect transition="in" filter="fade">
                                      <p:cBhvr>
                                        <p:cTn id="65" dur="600"/>
                                        <p:tgtEl>
                                          <p:spTgt spid="15"/>
                                        </p:tgtEl>
                                      </p:cBhvr>
                                    </p:animEffect>
                                  </p:childTnLst>
                                </p:cTn>
                              </p:par>
                            </p:childTnLst>
                          </p:cTn>
                        </p:par>
                        <p:par>
                          <p:cTn id="66" fill="hold">
                            <p:stCondLst>
                              <p:cond delay="2200"/>
                            </p:stCondLst>
                            <p:childTnLst>
                              <p:par>
                                <p:cTn id="67" presetID="53" presetClass="entr" presetSubtype="16" fill="hold" grpId="0" nodeType="afterEffect">
                                  <p:stCondLst>
                                    <p:cond delay="0"/>
                                  </p:stCondLst>
                                  <p:childTnLst>
                                    <p:set>
                                      <p:cBhvr>
                                        <p:cTn id="68" dur="1" fill="hold">
                                          <p:stCondLst>
                                            <p:cond delay="0"/>
                                          </p:stCondLst>
                                        </p:cTn>
                                        <p:tgtEl>
                                          <p:spTgt spid="16"/>
                                        </p:tgtEl>
                                        <p:attrNameLst>
                                          <p:attrName>style.visibility</p:attrName>
                                        </p:attrNameLst>
                                      </p:cBhvr>
                                      <p:to>
                                        <p:strVal val="visible"/>
                                      </p:to>
                                    </p:set>
                                    <p:anim calcmode="lin" valueType="num">
                                      <p:cBhvr additive="base">
                                        <p:cTn id="69" dur="500" fill="hold" decel="100000"/>
                                        <p:tgtEl>
                                          <p:spTgt spid="16"/>
                                        </p:tgtEl>
                                        <p:attrNameLst>
                                          <p:attrName>ppt_w</p:attrName>
                                        </p:attrNameLst>
                                      </p:cBhvr>
                                      <p:tavLst>
                                        <p:tav tm="0">
                                          <p:val>
                                            <p:strVal val="0"/>
                                          </p:val>
                                        </p:tav>
                                        <p:tav tm="100000">
                                          <p:val>
                                            <p:strVal val="#ppt_w"/>
                                          </p:val>
                                        </p:tav>
                                      </p:tavLst>
                                    </p:anim>
                                    <p:anim calcmode="lin" valueType="num">
                                      <p:cBhvr additive="base">
                                        <p:cTn id="70" dur="500" fill="hold" decel="100000"/>
                                        <p:tgtEl>
                                          <p:spTgt spid="16"/>
                                        </p:tgtEl>
                                        <p:attrNameLst>
                                          <p:attrName>ppt_h</p:attrName>
                                        </p:attrNameLst>
                                      </p:cBhvr>
                                      <p:tavLst>
                                        <p:tav tm="0">
                                          <p:val>
                                            <p:strVal val="0"/>
                                          </p:val>
                                        </p:tav>
                                        <p:tav tm="100000">
                                          <p:val>
                                            <p:strVal val="#ppt_h"/>
                                          </p:val>
                                        </p:tav>
                                      </p:tavLst>
                                    </p:anim>
                                    <p:animEffect transition="in" filter="fade">
                                      <p:cBhvr>
                                        <p:cTn id="71" dur="500"/>
                                        <p:tgtEl>
                                          <p:spTgt spid="16"/>
                                        </p:tgtEl>
                                      </p:cBhvr>
                                    </p:animEffect>
                                  </p:childTnLst>
                                </p:cTn>
                              </p:par>
                              <p:par>
                                <p:cTn id="72" presetID="53" presetClass="entr" presetSubtype="16" fill="hold" grpId="0" nodeType="withEffect">
                                  <p:stCondLst>
                                    <p:cond delay="0"/>
                                  </p:stCondLst>
                                  <p:childTnLst>
                                    <p:set>
                                      <p:cBhvr>
                                        <p:cTn id="73" dur="1" fill="hold">
                                          <p:stCondLst>
                                            <p:cond delay="0"/>
                                          </p:stCondLst>
                                        </p:cTn>
                                        <p:tgtEl>
                                          <p:spTgt spid="17"/>
                                        </p:tgtEl>
                                        <p:attrNameLst>
                                          <p:attrName>style.visibility</p:attrName>
                                        </p:attrNameLst>
                                      </p:cBhvr>
                                      <p:to>
                                        <p:strVal val="visible"/>
                                      </p:to>
                                    </p:set>
                                    <p:anim calcmode="lin" valueType="num">
                                      <p:cBhvr additive="base">
                                        <p:cTn id="74" dur="500" fill="hold" decel="100000"/>
                                        <p:tgtEl>
                                          <p:spTgt spid="17"/>
                                        </p:tgtEl>
                                        <p:attrNameLst>
                                          <p:attrName>ppt_w</p:attrName>
                                        </p:attrNameLst>
                                      </p:cBhvr>
                                      <p:tavLst>
                                        <p:tav tm="0">
                                          <p:val>
                                            <p:strVal val="0"/>
                                          </p:val>
                                        </p:tav>
                                        <p:tav tm="100000">
                                          <p:val>
                                            <p:strVal val="#ppt_w"/>
                                          </p:val>
                                        </p:tav>
                                      </p:tavLst>
                                    </p:anim>
                                    <p:anim calcmode="lin" valueType="num">
                                      <p:cBhvr additive="base">
                                        <p:cTn id="75" dur="500" fill="hold" decel="100000"/>
                                        <p:tgtEl>
                                          <p:spTgt spid="17"/>
                                        </p:tgtEl>
                                        <p:attrNameLst>
                                          <p:attrName>ppt_h</p:attrName>
                                        </p:attrNameLst>
                                      </p:cBhvr>
                                      <p:tavLst>
                                        <p:tav tm="0">
                                          <p:val>
                                            <p:strVal val="0"/>
                                          </p:val>
                                        </p:tav>
                                        <p:tav tm="100000">
                                          <p:val>
                                            <p:strVal val="#ppt_h"/>
                                          </p:val>
                                        </p:tav>
                                      </p:tavLst>
                                    </p:anim>
                                    <p:animEffect transition="in" filter="fade">
                                      <p:cBhvr>
                                        <p:cTn id="76" dur="500"/>
                                        <p:tgtEl>
                                          <p:spTgt spid="17"/>
                                        </p:tgtEl>
                                      </p:cBhvr>
                                    </p:animEffect>
                                  </p:childTnLst>
                                </p:cTn>
                              </p:par>
                              <p:par>
                                <p:cTn id="77" presetID="2" presetClass="entr" presetSubtype="2" fill="hold" grpId="0" nodeType="withEffect">
                                  <p:stCondLst>
                                    <p:cond delay="0"/>
                                  </p:stCondLst>
                                  <p:childTnLst>
                                    <p:set>
                                      <p:cBhvr>
                                        <p:cTn id="78" dur="1" fill="hold">
                                          <p:stCondLst>
                                            <p:cond delay="0"/>
                                          </p:stCondLst>
                                        </p:cTn>
                                        <p:tgtEl>
                                          <p:spTgt spid="18"/>
                                        </p:tgtEl>
                                        <p:attrNameLst>
                                          <p:attrName>style.visibility</p:attrName>
                                        </p:attrNameLst>
                                      </p:cBhvr>
                                      <p:to>
                                        <p:strVal val="visible"/>
                                      </p:to>
                                    </p:set>
                                    <p:anim calcmode="lin" valueType="num">
                                      <p:cBhvr additive="base">
                                        <p:cTn id="79" dur="600" fill="hold" decel="100000"/>
                                        <p:tgtEl>
                                          <p:spTgt spid="18"/>
                                        </p:tgtEl>
                                        <p:attrNameLst>
                                          <p:attrName>ppt_x</p:attrName>
                                        </p:attrNameLst>
                                      </p:cBhvr>
                                      <p:tavLst>
                                        <p:tav tm="0">
                                          <p:val>
                                            <p:strVal val="1+#ppt_w/2"/>
                                          </p:val>
                                        </p:tav>
                                        <p:tav tm="100000">
                                          <p:val>
                                            <p:strVal val="#ppt_x"/>
                                          </p:val>
                                        </p:tav>
                                      </p:tavLst>
                                    </p:anim>
                                    <p:anim calcmode="lin" valueType="num">
                                      <p:cBhvr additive="base">
                                        <p:cTn id="80" dur="600" fill="hold" decel="100000"/>
                                        <p:tgtEl>
                                          <p:spTgt spid="18"/>
                                        </p:tgtEl>
                                        <p:attrNameLst>
                                          <p:attrName>ppt_y</p:attrName>
                                        </p:attrNameLst>
                                      </p:cBhvr>
                                      <p:tavLst>
                                        <p:tav tm="0">
                                          <p:val>
                                            <p:strVal val="#ppt_y"/>
                                          </p:val>
                                        </p:tav>
                                        <p:tav tm="100000">
                                          <p:val>
                                            <p:strVal val="#ppt_y"/>
                                          </p:val>
                                        </p:tav>
                                      </p:tavLst>
                                    </p:anim>
                                  </p:childTnLst>
                                </p:cTn>
                              </p:par>
                            </p:childTnLst>
                          </p:cTn>
                        </p:par>
                        <p:par>
                          <p:cTn id="81" fill="hold">
                            <p:stCondLst>
                              <p:cond delay="2700"/>
                            </p:stCondLst>
                            <p:childTnLst>
                              <p:par>
                                <p:cTn id="82" presetID="53" presetClass="entr" presetSubtype="16" fill="hold" grpId="0" nodeType="afterEffect">
                                  <p:stCondLst>
                                    <p:cond delay="0"/>
                                  </p:stCondLst>
                                  <p:childTnLst>
                                    <p:set>
                                      <p:cBhvr>
                                        <p:cTn id="83" dur="1" fill="hold">
                                          <p:stCondLst>
                                            <p:cond delay="0"/>
                                          </p:stCondLst>
                                        </p:cTn>
                                        <p:tgtEl>
                                          <p:spTgt spid="19"/>
                                        </p:tgtEl>
                                        <p:attrNameLst>
                                          <p:attrName>style.visibility</p:attrName>
                                        </p:attrNameLst>
                                      </p:cBhvr>
                                      <p:to>
                                        <p:strVal val="visible"/>
                                      </p:to>
                                    </p:set>
                                    <p:anim calcmode="lin" valueType="num">
                                      <p:cBhvr additive="base">
                                        <p:cTn id="84" dur="500" fill="hold" decel="100000"/>
                                        <p:tgtEl>
                                          <p:spTgt spid="19"/>
                                        </p:tgtEl>
                                        <p:attrNameLst>
                                          <p:attrName>ppt_w</p:attrName>
                                        </p:attrNameLst>
                                      </p:cBhvr>
                                      <p:tavLst>
                                        <p:tav tm="0">
                                          <p:val>
                                            <p:strVal val="0"/>
                                          </p:val>
                                        </p:tav>
                                        <p:tav tm="100000">
                                          <p:val>
                                            <p:strVal val="#ppt_w"/>
                                          </p:val>
                                        </p:tav>
                                      </p:tavLst>
                                    </p:anim>
                                    <p:anim calcmode="lin" valueType="num">
                                      <p:cBhvr additive="base">
                                        <p:cTn id="85" dur="500" fill="hold" decel="100000"/>
                                        <p:tgtEl>
                                          <p:spTgt spid="19"/>
                                        </p:tgtEl>
                                        <p:attrNameLst>
                                          <p:attrName>ppt_h</p:attrName>
                                        </p:attrNameLst>
                                      </p:cBhvr>
                                      <p:tavLst>
                                        <p:tav tm="0">
                                          <p:val>
                                            <p:strVal val="0"/>
                                          </p:val>
                                        </p:tav>
                                        <p:tav tm="100000">
                                          <p:val>
                                            <p:strVal val="#ppt_h"/>
                                          </p:val>
                                        </p:tav>
                                      </p:tavLst>
                                    </p:anim>
                                    <p:animEffect transition="in" filter="fade">
                                      <p:cBhvr>
                                        <p:cTn id="86" dur="500"/>
                                        <p:tgtEl>
                                          <p:spTgt spid="19"/>
                                        </p:tgtEl>
                                      </p:cBhvr>
                                    </p:animEffect>
                                  </p:childTnLst>
                                </p:cTn>
                              </p:par>
                              <p:par>
                                <p:cTn id="87" presetID="53" presetClass="entr" presetSubtype="16" fill="hold" grpId="0" nodeType="withEffect">
                                  <p:stCondLst>
                                    <p:cond delay="0"/>
                                  </p:stCondLst>
                                  <p:childTnLst>
                                    <p:set>
                                      <p:cBhvr>
                                        <p:cTn id="88" dur="1" fill="hold">
                                          <p:stCondLst>
                                            <p:cond delay="0"/>
                                          </p:stCondLst>
                                        </p:cTn>
                                        <p:tgtEl>
                                          <p:spTgt spid="20"/>
                                        </p:tgtEl>
                                        <p:attrNameLst>
                                          <p:attrName>style.visibility</p:attrName>
                                        </p:attrNameLst>
                                      </p:cBhvr>
                                      <p:to>
                                        <p:strVal val="visible"/>
                                      </p:to>
                                    </p:set>
                                    <p:anim calcmode="lin" valueType="num">
                                      <p:cBhvr additive="base">
                                        <p:cTn id="89" dur="500" fill="hold" decel="100000"/>
                                        <p:tgtEl>
                                          <p:spTgt spid="20"/>
                                        </p:tgtEl>
                                        <p:attrNameLst>
                                          <p:attrName>ppt_w</p:attrName>
                                        </p:attrNameLst>
                                      </p:cBhvr>
                                      <p:tavLst>
                                        <p:tav tm="0">
                                          <p:val>
                                            <p:strVal val="0"/>
                                          </p:val>
                                        </p:tav>
                                        <p:tav tm="100000">
                                          <p:val>
                                            <p:strVal val="#ppt_w"/>
                                          </p:val>
                                        </p:tav>
                                      </p:tavLst>
                                    </p:anim>
                                    <p:anim calcmode="lin" valueType="num">
                                      <p:cBhvr additive="base">
                                        <p:cTn id="90" dur="500" fill="hold" decel="100000"/>
                                        <p:tgtEl>
                                          <p:spTgt spid="20"/>
                                        </p:tgtEl>
                                        <p:attrNameLst>
                                          <p:attrName>ppt_h</p:attrName>
                                        </p:attrNameLst>
                                      </p:cBhvr>
                                      <p:tavLst>
                                        <p:tav tm="0">
                                          <p:val>
                                            <p:strVal val="0"/>
                                          </p:val>
                                        </p:tav>
                                        <p:tav tm="100000">
                                          <p:val>
                                            <p:strVal val="#ppt_h"/>
                                          </p:val>
                                        </p:tav>
                                      </p:tavLst>
                                    </p:anim>
                                    <p:animEffect transition="in" filter="fade">
                                      <p:cBhvr>
                                        <p:cTn id="91" dur="500"/>
                                        <p:tgtEl>
                                          <p:spTgt spid="20"/>
                                        </p:tgtEl>
                                      </p:cBhvr>
                                    </p:animEffect>
                                  </p:childTnLst>
                                </p:cTn>
                              </p:par>
                              <p:par>
                                <p:cTn id="92" presetID="2" presetClass="entr" presetSubtype="2" fill="hold" grpId="0" nodeType="withEffect">
                                  <p:stCondLst>
                                    <p:cond delay="0"/>
                                  </p:stCondLst>
                                  <p:childTnLst>
                                    <p:set>
                                      <p:cBhvr>
                                        <p:cTn id="93" dur="1" fill="hold">
                                          <p:stCondLst>
                                            <p:cond delay="0"/>
                                          </p:stCondLst>
                                        </p:cTn>
                                        <p:tgtEl>
                                          <p:spTgt spid="21"/>
                                        </p:tgtEl>
                                        <p:attrNameLst>
                                          <p:attrName>style.visibility</p:attrName>
                                        </p:attrNameLst>
                                      </p:cBhvr>
                                      <p:to>
                                        <p:strVal val="visible"/>
                                      </p:to>
                                    </p:set>
                                    <p:anim calcmode="lin" valueType="num">
                                      <p:cBhvr additive="base">
                                        <p:cTn id="94" dur="600" fill="hold" decel="100000"/>
                                        <p:tgtEl>
                                          <p:spTgt spid="21"/>
                                        </p:tgtEl>
                                        <p:attrNameLst>
                                          <p:attrName>ppt_x</p:attrName>
                                        </p:attrNameLst>
                                      </p:cBhvr>
                                      <p:tavLst>
                                        <p:tav tm="0">
                                          <p:val>
                                            <p:strVal val="1+#ppt_w/2"/>
                                          </p:val>
                                        </p:tav>
                                        <p:tav tm="100000">
                                          <p:val>
                                            <p:strVal val="#ppt_x"/>
                                          </p:val>
                                        </p:tav>
                                      </p:tavLst>
                                    </p:anim>
                                    <p:anim calcmode="lin" valueType="num">
                                      <p:cBhvr additive="base">
                                        <p:cTn id="95" dur="600" fill="hold" decel="100000"/>
                                        <p:tgtEl>
                                          <p:spTgt spid="21"/>
                                        </p:tgtEl>
                                        <p:attrNameLst>
                                          <p:attrName>ppt_y</p:attrName>
                                        </p:attrNameLst>
                                      </p:cBhvr>
                                      <p:tavLst>
                                        <p:tav tm="0">
                                          <p:val>
                                            <p:strVal val="#ppt_y"/>
                                          </p:val>
                                        </p:tav>
                                        <p:tav tm="100000">
                                          <p:val>
                                            <p:strVal val="#ppt_y"/>
                                          </p:val>
                                        </p:tav>
                                      </p:tavLst>
                                    </p:anim>
                                  </p:childTnLst>
                                </p:cTn>
                              </p:par>
                            </p:childTnLst>
                          </p:cTn>
                        </p:par>
                        <p:par>
                          <p:cTn id="96" fill="hold">
                            <p:stCondLst>
                              <p:cond delay="3200"/>
                            </p:stCondLst>
                            <p:childTnLst>
                              <p:par>
                                <p:cTn id="97" presetID="53" presetClass="entr" presetSubtype="16" fill="hold" grpId="0" nodeType="afterEffect">
                                  <p:stCondLst>
                                    <p:cond delay="0"/>
                                  </p:stCondLst>
                                  <p:childTnLst>
                                    <p:set>
                                      <p:cBhvr>
                                        <p:cTn id="98" dur="1" fill="hold">
                                          <p:stCondLst>
                                            <p:cond delay="0"/>
                                          </p:stCondLst>
                                        </p:cTn>
                                        <p:tgtEl>
                                          <p:spTgt spid="22"/>
                                        </p:tgtEl>
                                        <p:attrNameLst>
                                          <p:attrName>style.visibility</p:attrName>
                                        </p:attrNameLst>
                                      </p:cBhvr>
                                      <p:to>
                                        <p:strVal val="visible"/>
                                      </p:to>
                                    </p:set>
                                    <p:anim calcmode="lin" valueType="num">
                                      <p:cBhvr additive="base">
                                        <p:cTn id="99" dur="500" fill="hold" decel="100000"/>
                                        <p:tgtEl>
                                          <p:spTgt spid="22"/>
                                        </p:tgtEl>
                                        <p:attrNameLst>
                                          <p:attrName>ppt_w</p:attrName>
                                        </p:attrNameLst>
                                      </p:cBhvr>
                                      <p:tavLst>
                                        <p:tav tm="0">
                                          <p:val>
                                            <p:strVal val="0"/>
                                          </p:val>
                                        </p:tav>
                                        <p:tav tm="100000">
                                          <p:val>
                                            <p:strVal val="#ppt_w"/>
                                          </p:val>
                                        </p:tav>
                                      </p:tavLst>
                                    </p:anim>
                                    <p:anim calcmode="lin" valueType="num">
                                      <p:cBhvr additive="base">
                                        <p:cTn id="100" dur="500" fill="hold" decel="100000"/>
                                        <p:tgtEl>
                                          <p:spTgt spid="22"/>
                                        </p:tgtEl>
                                        <p:attrNameLst>
                                          <p:attrName>ppt_h</p:attrName>
                                        </p:attrNameLst>
                                      </p:cBhvr>
                                      <p:tavLst>
                                        <p:tav tm="0">
                                          <p:val>
                                            <p:strVal val="0"/>
                                          </p:val>
                                        </p:tav>
                                        <p:tav tm="100000">
                                          <p:val>
                                            <p:strVal val="#ppt_h"/>
                                          </p:val>
                                        </p:tav>
                                      </p:tavLst>
                                    </p:anim>
                                    <p:animEffect transition="in" filter="fade">
                                      <p:cBhvr>
                                        <p:cTn id="101" dur="500"/>
                                        <p:tgtEl>
                                          <p:spTgt spid="22"/>
                                        </p:tgtEl>
                                      </p:cBhvr>
                                    </p:animEffect>
                                  </p:childTnLst>
                                </p:cTn>
                              </p:par>
                              <p:par>
                                <p:cTn id="102" presetID="53" presetClass="entr" presetSubtype="16" fill="hold" grpId="0" nodeType="withEffect">
                                  <p:stCondLst>
                                    <p:cond delay="0"/>
                                  </p:stCondLst>
                                  <p:childTnLst>
                                    <p:set>
                                      <p:cBhvr>
                                        <p:cTn id="103" dur="1" fill="hold">
                                          <p:stCondLst>
                                            <p:cond delay="0"/>
                                          </p:stCondLst>
                                        </p:cTn>
                                        <p:tgtEl>
                                          <p:spTgt spid="23"/>
                                        </p:tgtEl>
                                        <p:attrNameLst>
                                          <p:attrName>style.visibility</p:attrName>
                                        </p:attrNameLst>
                                      </p:cBhvr>
                                      <p:to>
                                        <p:strVal val="visible"/>
                                      </p:to>
                                    </p:set>
                                    <p:anim calcmode="lin" valueType="num">
                                      <p:cBhvr additive="base">
                                        <p:cTn id="104" dur="500" fill="hold" decel="100000"/>
                                        <p:tgtEl>
                                          <p:spTgt spid="23"/>
                                        </p:tgtEl>
                                        <p:attrNameLst>
                                          <p:attrName>ppt_w</p:attrName>
                                        </p:attrNameLst>
                                      </p:cBhvr>
                                      <p:tavLst>
                                        <p:tav tm="0">
                                          <p:val>
                                            <p:strVal val="0"/>
                                          </p:val>
                                        </p:tav>
                                        <p:tav tm="100000">
                                          <p:val>
                                            <p:strVal val="#ppt_w"/>
                                          </p:val>
                                        </p:tav>
                                      </p:tavLst>
                                    </p:anim>
                                    <p:anim calcmode="lin" valueType="num">
                                      <p:cBhvr additive="base">
                                        <p:cTn id="105" dur="500" fill="hold" decel="100000"/>
                                        <p:tgtEl>
                                          <p:spTgt spid="23"/>
                                        </p:tgtEl>
                                        <p:attrNameLst>
                                          <p:attrName>ppt_h</p:attrName>
                                        </p:attrNameLst>
                                      </p:cBhvr>
                                      <p:tavLst>
                                        <p:tav tm="0">
                                          <p:val>
                                            <p:strVal val="0"/>
                                          </p:val>
                                        </p:tav>
                                        <p:tav tm="100000">
                                          <p:val>
                                            <p:strVal val="#ppt_h"/>
                                          </p:val>
                                        </p:tav>
                                      </p:tavLst>
                                    </p:anim>
                                    <p:animEffect transition="in" filter="fade">
                                      <p:cBhvr>
                                        <p:cTn id="106" dur="500"/>
                                        <p:tgtEl>
                                          <p:spTgt spid="23"/>
                                        </p:tgtEl>
                                      </p:cBhvr>
                                    </p:animEffect>
                                  </p:childTnLst>
                                </p:cTn>
                              </p:par>
                              <p:par>
                                <p:cTn id="107" presetID="2" presetClass="entr" presetSubtype="2" fill="hold" grpId="0" nodeType="withEffect">
                                  <p:stCondLst>
                                    <p:cond delay="0"/>
                                  </p:stCondLst>
                                  <p:childTnLst>
                                    <p:set>
                                      <p:cBhvr>
                                        <p:cTn id="108" dur="1" fill="hold">
                                          <p:stCondLst>
                                            <p:cond delay="0"/>
                                          </p:stCondLst>
                                        </p:cTn>
                                        <p:tgtEl>
                                          <p:spTgt spid="24"/>
                                        </p:tgtEl>
                                        <p:attrNameLst>
                                          <p:attrName>style.visibility</p:attrName>
                                        </p:attrNameLst>
                                      </p:cBhvr>
                                      <p:to>
                                        <p:strVal val="visible"/>
                                      </p:to>
                                    </p:set>
                                    <p:anim calcmode="lin" valueType="num">
                                      <p:cBhvr additive="base">
                                        <p:cTn id="109" dur="600" fill="hold" decel="100000"/>
                                        <p:tgtEl>
                                          <p:spTgt spid="24"/>
                                        </p:tgtEl>
                                        <p:attrNameLst>
                                          <p:attrName>ppt_x</p:attrName>
                                        </p:attrNameLst>
                                      </p:cBhvr>
                                      <p:tavLst>
                                        <p:tav tm="0">
                                          <p:val>
                                            <p:strVal val="1+#ppt_w/2"/>
                                          </p:val>
                                        </p:tav>
                                        <p:tav tm="100000">
                                          <p:val>
                                            <p:strVal val="#ppt_x"/>
                                          </p:val>
                                        </p:tav>
                                      </p:tavLst>
                                    </p:anim>
                                    <p:anim calcmode="lin" valueType="num">
                                      <p:cBhvr additive="base">
                                        <p:cTn id="110" dur="600" fill="hold" decel="100000"/>
                                        <p:tgtEl>
                                          <p:spTgt spid="24"/>
                                        </p:tgtEl>
                                        <p:attrNameLst>
                                          <p:attrName>ppt_y</p:attrName>
                                        </p:attrNameLst>
                                      </p:cBhvr>
                                      <p:tavLst>
                                        <p:tav tm="0">
                                          <p:val>
                                            <p:strVal val="#ppt_y"/>
                                          </p:val>
                                        </p:tav>
                                        <p:tav tm="100000">
                                          <p:val>
                                            <p:strVal val="#ppt_y"/>
                                          </p:val>
                                        </p:tav>
                                      </p:tavLst>
                                    </p:anim>
                                  </p:childTnLst>
                                </p:cTn>
                              </p:par>
                            </p:childTnLst>
                          </p:cTn>
                        </p:par>
                        <p:par>
                          <p:cTn id="111" fill="hold">
                            <p:stCondLst>
                              <p:cond delay="3800"/>
                            </p:stCondLst>
                            <p:childTnLst>
                              <p:par>
                                <p:cTn id="112" presetID="10" presetClass="entr" presetSubtype="0" fill="hold" grpId="0" nodeType="afterEffect">
                                  <p:stCondLst>
                                    <p:cond delay="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1000"/>
                                        <p:tgtEl>
                                          <p:spTgt spid="6"/>
                                        </p:tgtEl>
                                      </p:cBhvr>
                                    </p:animEffect>
                                  </p:childTnLst>
                                </p:cTn>
                              </p:par>
                            </p:childTnLst>
                          </p:cTn>
                        </p:par>
                        <p:par>
                          <p:cTn id="115" fill="hold">
                            <p:stCondLst>
                              <p:cond delay="7000"/>
                            </p:stCondLst>
                            <p:childTnLst>
                              <p:par>
                                <p:cTn id="116" presetID="10" presetClass="exit" presetSubtype="0" fill="hold" grpId="1" nodeType="afterEffect">
                                  <p:stCondLst>
                                    <p:cond delay="0"/>
                                  </p:stCondLst>
                                  <p:childTnLst>
                                    <p:animEffect transition="out" filter="fade">
                                      <p:cBhvr>
                                        <p:cTn id="117" dur="1000"/>
                                        <p:tgtEl>
                                          <p:spTgt spid="6"/>
                                        </p:tgtEl>
                                      </p:cBhvr>
                                    </p:animEffect>
                                    <p:set>
                                      <p:cBhvr>
                                        <p:cTn id="118" dur="1" fill="hold">
                                          <p:stCondLst>
                                            <p:cond delay="999"/>
                                          </p:stCondLst>
                                        </p:cTn>
                                        <p:tgtEl>
                                          <p:spTgt spid="6"/>
                                        </p:tgtEl>
                                        <p:attrNameLst>
                                          <p:attrName>style.visibility</p:attrName>
                                        </p:attrNameLst>
                                      </p:cBhvr>
                                      <p:to>
                                        <p:strVal val="hidden"/>
                                      </p:to>
                                    </p:set>
                                  </p:childTnLst>
                                </p:cTn>
                              </p:par>
                            </p:childTnLst>
                          </p:cTn>
                        </p:par>
                        <p:par>
                          <p:cTn id="119" fill="hold">
                            <p:stCondLst>
                              <p:cond delay="10200"/>
                            </p:stCondLst>
                            <p:childTnLst>
                              <p:par>
                                <p:cTn id="120" presetID="10" presetClass="entr" presetSubtype="0" fill="hold" grpId="2" nodeType="afterEffect">
                                  <p:stCondLst>
                                    <p:cond delay="0"/>
                                  </p:stCondLst>
                                  <p:childTnLst>
                                    <p:set>
                                      <p:cBhvr>
                                        <p:cTn id="121" dur="1" fill="hold">
                                          <p:stCondLst>
                                            <p:cond delay="0"/>
                                          </p:stCondLst>
                                        </p:cTn>
                                        <p:tgtEl>
                                          <p:spTgt spid="6"/>
                                        </p:tgtEl>
                                        <p:attrNameLst>
                                          <p:attrName>style.visibility</p:attrName>
                                        </p:attrNameLst>
                                      </p:cBhvr>
                                      <p:to>
                                        <p:strVal val="visible"/>
                                      </p:to>
                                    </p:set>
                                    <p:animEffect transition="in" filter="fade">
                                      <p:cBhvr>
                                        <p:cTn id="122" dur="1000"/>
                                        <p:tgtEl>
                                          <p:spTgt spid="6"/>
                                        </p:tgtEl>
                                      </p:cBhvr>
                                    </p:animEffect>
                                  </p:childTnLst>
                                </p:cTn>
                              </p:par>
                            </p:childTnLst>
                          </p:cTn>
                        </p:par>
                        <p:par>
                          <p:cTn id="123" fill="hold">
                            <p:stCondLst>
                              <p:cond delay="13400"/>
                            </p:stCondLst>
                            <p:childTnLst>
                              <p:par>
                                <p:cTn id="124" presetID="10" presetClass="exit" presetSubtype="0" fill="hold" grpId="3" nodeType="afterEffect">
                                  <p:stCondLst>
                                    <p:cond delay="0"/>
                                  </p:stCondLst>
                                  <p:childTnLst>
                                    <p:animEffect transition="out" filter="fade">
                                      <p:cBhvr>
                                        <p:cTn id="125" dur="1000"/>
                                        <p:tgtEl>
                                          <p:spTgt spid="6"/>
                                        </p:tgtEl>
                                      </p:cBhvr>
                                    </p:animEffect>
                                    <p:set>
                                      <p:cBhvr>
                                        <p:cTn id="126" dur="1" fill="hold">
                                          <p:stCondLst>
                                            <p:cond delay="999"/>
                                          </p:stCondLst>
                                        </p:cTn>
                                        <p:tgtEl>
                                          <p:spTgt spid="6"/>
                                        </p:tgtEl>
                                        <p:attrNameLst>
                                          <p:attrName>style.visibility</p:attrName>
                                        </p:attrNameLst>
                                      </p:cBhvr>
                                      <p:to>
                                        <p:strVal val="hidden"/>
                                      </p:to>
                                    </p:set>
                                  </p:childTnLst>
                                </p:cTn>
                              </p:par>
                            </p:childTnLst>
                          </p:cTn>
                        </p:par>
                        <p:par>
                          <p:cTn id="127" fill="hold">
                            <p:stCondLst>
                              <p:cond delay="16600"/>
                            </p:stCondLst>
                            <p:childTnLst>
                              <p:par>
                                <p:cTn id="128" presetID="10" presetClass="entr" presetSubtype="0" fill="hold" grpId="4" nodeType="afterEffect">
                                  <p:stCondLst>
                                    <p:cond delay="0"/>
                                  </p:stCondLst>
                                  <p:childTnLst>
                                    <p:set>
                                      <p:cBhvr>
                                        <p:cTn id="129" dur="1" fill="hold">
                                          <p:stCondLst>
                                            <p:cond delay="0"/>
                                          </p:stCondLst>
                                        </p:cTn>
                                        <p:tgtEl>
                                          <p:spTgt spid="6"/>
                                        </p:tgtEl>
                                        <p:attrNameLst>
                                          <p:attrName>style.visibility</p:attrName>
                                        </p:attrNameLst>
                                      </p:cBhvr>
                                      <p:to>
                                        <p:strVal val="visible"/>
                                      </p:to>
                                    </p:set>
                                    <p:animEffect transition="in" filter="fade">
                                      <p:cBhvr>
                                        <p:cTn id="130" dur="1000"/>
                                        <p:tgtEl>
                                          <p:spTgt spid="6"/>
                                        </p:tgtEl>
                                      </p:cBhvr>
                                    </p:animEffect>
                                  </p:childTnLst>
                                </p:cTn>
                              </p:par>
                            </p:childTnLst>
                          </p:cTn>
                        </p:par>
                        <p:par>
                          <p:cTn id="131" fill="hold">
                            <p:stCondLst>
                              <p:cond delay="19800"/>
                            </p:stCondLst>
                            <p:childTnLst>
                              <p:par>
                                <p:cTn id="132" presetID="10" presetClass="exit" presetSubtype="0" fill="hold" grpId="5" nodeType="afterEffect">
                                  <p:stCondLst>
                                    <p:cond delay="0"/>
                                  </p:stCondLst>
                                  <p:childTnLst>
                                    <p:animEffect transition="out" filter="fade">
                                      <p:cBhvr>
                                        <p:cTn id="133" dur="1000"/>
                                        <p:tgtEl>
                                          <p:spTgt spid="6"/>
                                        </p:tgtEl>
                                      </p:cBhvr>
                                    </p:animEffect>
                                    <p:set>
                                      <p:cBhvr>
                                        <p:cTn id="134" dur="1" fill="hold">
                                          <p:stCondLst>
                                            <p:cond delay="999"/>
                                          </p:stCondLst>
                                        </p:cTn>
                                        <p:tgtEl>
                                          <p:spTgt spid="6"/>
                                        </p:tgtEl>
                                        <p:attrNameLst>
                                          <p:attrName>style.visibility</p:attrName>
                                        </p:attrNameLst>
                                      </p:cBhvr>
                                      <p:to>
                                        <p:strVal val="hidden"/>
                                      </p:to>
                                    </p:set>
                                  </p:childTnLst>
                                </p:cTn>
                              </p:par>
                            </p:childTnLst>
                          </p:cTn>
                        </p:par>
                        <p:par>
                          <p:cTn id="135" fill="hold">
                            <p:stCondLst>
                              <p:cond delay="23000"/>
                            </p:stCondLst>
                            <p:childTnLst>
                              <p:par>
                                <p:cTn id="136" presetID="10" presetClass="entr" presetSubtype="0" fill="hold" grpId="6" nodeType="afterEffect">
                                  <p:stCondLst>
                                    <p:cond delay="0"/>
                                  </p:stCondLst>
                                  <p:childTnLst>
                                    <p:set>
                                      <p:cBhvr>
                                        <p:cTn id="137" dur="1" fill="hold">
                                          <p:stCondLst>
                                            <p:cond delay="0"/>
                                          </p:stCondLst>
                                        </p:cTn>
                                        <p:tgtEl>
                                          <p:spTgt spid="6"/>
                                        </p:tgtEl>
                                        <p:attrNameLst>
                                          <p:attrName>style.visibility</p:attrName>
                                        </p:attrNameLst>
                                      </p:cBhvr>
                                      <p:to>
                                        <p:strVal val="visible"/>
                                      </p:to>
                                    </p:set>
                                    <p:animEffect transition="in" filter="fade">
                                      <p:cBhvr>
                                        <p:cTn id="138" dur="1000"/>
                                        <p:tgtEl>
                                          <p:spTgt spid="6"/>
                                        </p:tgtEl>
                                      </p:cBhvr>
                                    </p:animEffect>
                                  </p:childTnLst>
                                </p:cTn>
                              </p:par>
                            </p:childTnLst>
                          </p:cTn>
                        </p:par>
                        <p:par>
                          <p:cTn id="139" fill="hold">
                            <p:stCondLst>
                              <p:cond delay="26200"/>
                            </p:stCondLst>
                            <p:childTnLst>
                              <p:par>
                                <p:cTn id="140" presetID="10" presetClass="exit" presetSubtype="0" fill="hold" grpId="7" nodeType="afterEffect">
                                  <p:stCondLst>
                                    <p:cond delay="0"/>
                                  </p:stCondLst>
                                  <p:childTnLst>
                                    <p:animEffect transition="out" filter="fade">
                                      <p:cBhvr>
                                        <p:cTn id="141" dur="1000"/>
                                        <p:tgtEl>
                                          <p:spTgt spid="6"/>
                                        </p:tgtEl>
                                      </p:cBhvr>
                                    </p:animEffect>
                                    <p:set>
                                      <p:cBhvr>
                                        <p:cTn id="142" dur="1" fill="hold">
                                          <p:stCondLst>
                                            <p:cond delay="999"/>
                                          </p:stCondLst>
                                        </p:cTn>
                                        <p:tgtEl>
                                          <p:spTgt spid="6"/>
                                        </p:tgtEl>
                                        <p:attrNameLst>
                                          <p:attrName>style.visibility</p:attrName>
                                        </p:attrNameLst>
                                      </p:cBhvr>
                                      <p:to>
                                        <p:strVal val="hidden"/>
                                      </p:to>
                                    </p:set>
                                  </p:childTnLst>
                                </p:cTn>
                              </p:par>
                            </p:childTnLst>
                          </p:cTn>
                        </p:par>
                        <p:par>
                          <p:cTn id="143" fill="hold">
                            <p:stCondLst>
                              <p:cond delay="29400"/>
                            </p:stCondLst>
                            <p:childTnLst>
                              <p:par>
                                <p:cTn id="144" presetID="10" presetClass="entr" presetSubtype="0" fill="hold" grpId="8" nodeType="afterEffect">
                                  <p:stCondLst>
                                    <p:cond delay="0"/>
                                  </p:stCondLst>
                                  <p:childTnLst>
                                    <p:set>
                                      <p:cBhvr>
                                        <p:cTn id="145" dur="1" fill="hold">
                                          <p:stCondLst>
                                            <p:cond delay="0"/>
                                          </p:stCondLst>
                                        </p:cTn>
                                        <p:tgtEl>
                                          <p:spTgt spid="6"/>
                                        </p:tgtEl>
                                        <p:attrNameLst>
                                          <p:attrName>style.visibility</p:attrName>
                                        </p:attrNameLst>
                                      </p:cBhvr>
                                      <p:to>
                                        <p:strVal val="visible"/>
                                      </p:to>
                                    </p:set>
                                    <p:animEffect transition="in" filter="fade">
                                      <p:cBhvr>
                                        <p:cTn id="146" dur="1000"/>
                                        <p:tgtEl>
                                          <p:spTgt spid="6"/>
                                        </p:tgtEl>
                                      </p:cBhvr>
                                    </p:animEffect>
                                  </p:childTnLst>
                                </p:cTn>
                              </p:par>
                            </p:childTnLst>
                          </p:cTn>
                        </p:par>
                        <p:par>
                          <p:cTn id="147" fill="hold">
                            <p:stCondLst>
                              <p:cond delay="32600"/>
                            </p:stCondLst>
                            <p:childTnLst>
                              <p:par>
                                <p:cTn id="148" presetID="10" presetClass="exit" presetSubtype="0" fill="hold" grpId="9" nodeType="afterEffect">
                                  <p:stCondLst>
                                    <p:cond delay="0"/>
                                  </p:stCondLst>
                                  <p:childTnLst>
                                    <p:animEffect transition="out" filter="fade">
                                      <p:cBhvr>
                                        <p:cTn id="149" dur="1000"/>
                                        <p:tgtEl>
                                          <p:spTgt spid="6"/>
                                        </p:tgtEl>
                                      </p:cBhvr>
                                    </p:animEffect>
                                    <p:set>
                                      <p:cBhvr>
                                        <p:cTn id="150" dur="1" fill="hold">
                                          <p:stCondLst>
                                            <p:cond delay="9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P spid="9" grpId="0" animBg="1"/>
      <p:bldP spid="11" grpId="0" animBg="1"/>
      <p:bldP spid="12" grpId="0" animBg="1"/>
      <p:bldP spid="14" grpId="0" animBg="1"/>
      <p:bldP spid="15" grpId="0" animBg="1"/>
      <p:bldP spid="18" grpId="0" animBg="1"/>
      <p:bldP spid="21" grpId="0" animBg="1"/>
      <p:bldP spid="2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A2B"/>
        </a:solidFill>
      </p:bgPr>
    </p:bg>
    <p:spTree>
      <p:nvGrpSpPr>
        <p:cNvPr id="1" name=""/>
        <p:cNvGrpSpPr/>
        <p:nvPr/>
      </p:nvGrpSpPr>
      <p:grpSpPr>
        <a:xfrm>
          <a:off x="0" y="0"/>
          <a:ext cx="0" cy="0"/>
          <a:chOff x="0" y="0"/>
          <a:chExt cx="0" cy="0"/>
        </a:xfrm>
      </p:grpSpPr>
      <p:sp>
        <p:nvSpPr>
          <p:cNvPr id="3" name="title"/>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3800" b="1" dirty="0">
                <a:solidFill>
                  <a:srgbClr val="D4A537"/>
                </a:solidFill>
                <a:latin typeface="Bookman Old Style" pitchFamily="34" charset="0"/>
                <a:ea typeface="Bookman Old Style" pitchFamily="34" charset="-122"/>
                <a:cs typeface="Bookman Old Style" pitchFamily="34" charset="-120"/>
              </a:rPr>
              <a:t>3.000 de ani de istorie</a:t>
            </a:r>
            <a:endParaRPr lang="en-US" sz="3800" dirty="0"/>
          </a:p>
        </p:txBody>
      </p:sp>
      <p:sp>
        <p:nvSpPr>
          <p:cNvPr id="4" name="line"/>
          <p:cNvSpPr/>
          <p:nvPr/>
        </p:nvSpPr>
        <p:spPr>
          <a:xfrm>
            <a:off x="822960" y="3401568"/>
            <a:ext cx="10515600" cy="54864"/>
          </a:xfrm>
          <a:prstGeom prst="rect">
            <a:avLst/>
          </a:prstGeom>
          <a:solidFill>
            <a:srgbClr val="D4A537"/>
          </a:solidFill>
          <a:ln/>
        </p:spPr>
      </p:sp>
      <p:sp>
        <p:nvSpPr>
          <p:cNvPr id="5" name="n0_c"/>
          <p:cNvSpPr/>
          <p:nvPr/>
        </p:nvSpPr>
        <p:spPr>
          <a:xfrm>
            <a:off x="1188720" y="3017520"/>
            <a:ext cx="822960" cy="822960"/>
          </a:xfrm>
          <a:prstGeom prst="ellipse">
            <a:avLst/>
          </a:prstGeom>
          <a:solidFill>
            <a:srgbClr val="2A9D8F"/>
          </a:solidFill>
          <a:ln w="19050">
            <a:solidFill>
              <a:srgbClr val="D4A537"/>
            </a:solidFill>
            <a:prstDash val="solid"/>
          </a:ln>
        </p:spPr>
      </p:sp>
      <p:pic>
        <p:nvPicPr>
          <p:cNvPr id="6" name="n0_i" descr="preencoded.png">    </p:cNvPr>
          <p:cNvPicPr>
            <a:picLocks noChangeAspect="1"/>
          </p:cNvPicPr>
          <p:nvPr/>
        </p:nvPicPr>
        <p:blipFill>
          <a:blip r:embed="rId1"/>
          <a:stretch>
            <a:fillRect/>
          </a:stretch>
        </p:blipFill>
        <p:spPr>
          <a:xfrm>
            <a:off x="1353312" y="3182112"/>
            <a:ext cx="493776" cy="493776"/>
          </a:xfrm>
          <a:prstGeom prst="rect">
            <a:avLst/>
          </a:prstGeom>
        </p:spPr>
      </p:pic>
      <p:sp>
        <p:nvSpPr>
          <p:cNvPr id="7" name="cd0"/>
          <p:cNvSpPr/>
          <p:nvPr/>
        </p:nvSpPr>
        <p:spPr>
          <a:xfrm>
            <a:off x="502920" y="1298448"/>
            <a:ext cx="2194560" cy="1627632"/>
          </a:xfrm>
          <a:prstGeom prst="roundRect">
            <a:avLst>
              <a:gd name="adj" fmla="val 5618"/>
            </a:avLst>
          </a:prstGeom>
          <a:solidFill>
            <a:srgbClr val="16263D"/>
          </a:solidFill>
          <a:ln w="12700">
            <a:solidFill>
              <a:srgbClr val="1D3150"/>
            </a:solidFill>
            <a:prstDash val="solid"/>
          </a:ln>
        </p:spPr>
      </p:sp>
      <p:sp>
        <p:nvSpPr>
          <p:cNvPr id="8" name="ct0"/>
          <p:cNvSpPr txBox="1"/>
          <p:nvPr/>
        </p:nvSpPr>
        <p:spPr>
          <a:xfrm>
            <a:off x="640080" y="1408176"/>
            <a:ext cx="1920240" cy="1481328"/>
          </a:xfrm>
          <a:prstGeom prst="rect">
            <a:avLst/>
          </a:prstGeom>
          <a:noFill/>
          <a:ln/>
        </p:spPr>
        <p:txBody>
          <a:bodyPr wrap="square" lIns="0" tIns="0" rIns="0" bIns="0" rtlCol="0" anchor="t"/>
          <a:lstStyle/>
          <a:p>
            <a:pPr indent="0" marL="0">
              <a:spcAft>
                <a:spcPts val="300"/>
              </a:spcAft>
              <a:buNone/>
            </a:pPr>
            <a:r>
              <a:rPr lang="en-US" sz="1300" b="1" dirty="0">
                <a:solidFill>
                  <a:srgbClr val="D4A537"/>
                </a:solidFill>
                <a:latin typeface="Calibri" pitchFamily="34" charset="0"/>
                <a:ea typeface="Calibri" pitchFamily="34" charset="-122"/>
                <a:cs typeface="Calibri" pitchFamily="34" charset="-120"/>
              </a:rPr>
              <a:t>cca 3100 î.Hr.</a:t>
            </a:r>
            <a:endParaRPr lang="en-US" sz="1300" dirty="0"/>
          </a:p>
          <a:p>
            <a:pPr indent="0" marL="0">
              <a:spcAft>
                <a:spcPts val="300"/>
              </a:spcAft>
              <a:buNone/>
            </a:pPr>
            <a:r>
              <a:rPr lang="en-US" sz="1600" b="1" dirty="0">
                <a:solidFill>
                  <a:srgbClr val="FFFFFF"/>
                </a:solidFill>
                <a:latin typeface="Bookman Old Style" pitchFamily="34" charset="0"/>
                <a:ea typeface="Bookman Old Style" pitchFamily="34" charset="-122"/>
                <a:cs typeface="Bookman Old Style" pitchFamily="34" charset="-120"/>
              </a:rPr>
              <a:t>Unificarea</a:t>
            </a:r>
            <a:endParaRPr lang="en-US" sz="1300" dirty="0"/>
          </a:p>
          <a:p>
            <a:pPr indent="0" marL="0">
              <a:spcAft>
                <a:spcPts val="300"/>
              </a:spcAft>
              <a:buNone/>
            </a:pPr>
            <a:r>
              <a:rPr lang="en-US" sz="1300" dirty="0">
                <a:solidFill>
                  <a:srgbClr val="EADBC0"/>
                </a:solidFill>
                <a:latin typeface="Calibri" pitchFamily="34" charset="0"/>
                <a:ea typeface="Calibri" pitchFamily="34" charset="-122"/>
                <a:cs typeface="Calibri" pitchFamily="34" charset="-120"/>
              </a:rPr>
              <a:t>Narmer (Menes) unește Egiptul de Sus și de Jos</a:t>
            </a:r>
            <a:endParaRPr lang="en-US" sz="1300" dirty="0"/>
          </a:p>
        </p:txBody>
      </p:sp>
      <p:sp>
        <p:nvSpPr>
          <p:cNvPr id="9" name="n1_c"/>
          <p:cNvSpPr/>
          <p:nvPr/>
        </p:nvSpPr>
        <p:spPr>
          <a:xfrm>
            <a:off x="3429000" y="3017520"/>
            <a:ext cx="822960" cy="822960"/>
          </a:xfrm>
          <a:prstGeom prst="ellipse">
            <a:avLst/>
          </a:prstGeom>
          <a:solidFill>
            <a:srgbClr val="2A9D8F"/>
          </a:solidFill>
          <a:ln w="19050">
            <a:solidFill>
              <a:srgbClr val="D4A537"/>
            </a:solidFill>
            <a:prstDash val="solid"/>
          </a:ln>
        </p:spPr>
      </p:sp>
      <p:pic>
        <p:nvPicPr>
          <p:cNvPr id="10" name="n1_i" descr="preencoded.png">    </p:cNvPr>
          <p:cNvPicPr>
            <a:picLocks noChangeAspect="1"/>
          </p:cNvPicPr>
          <p:nvPr/>
        </p:nvPicPr>
        <p:blipFill>
          <a:blip r:embed="rId2"/>
          <a:stretch>
            <a:fillRect/>
          </a:stretch>
        </p:blipFill>
        <p:spPr>
          <a:xfrm>
            <a:off x="3593592" y="3182112"/>
            <a:ext cx="493776" cy="493776"/>
          </a:xfrm>
          <a:prstGeom prst="rect">
            <a:avLst/>
          </a:prstGeom>
        </p:spPr>
      </p:pic>
      <p:sp>
        <p:nvSpPr>
          <p:cNvPr id="11" name="cd1"/>
          <p:cNvSpPr/>
          <p:nvPr/>
        </p:nvSpPr>
        <p:spPr>
          <a:xfrm>
            <a:off x="2743200" y="3977640"/>
            <a:ext cx="2194560" cy="1627632"/>
          </a:xfrm>
          <a:prstGeom prst="roundRect">
            <a:avLst>
              <a:gd name="adj" fmla="val 5618"/>
            </a:avLst>
          </a:prstGeom>
          <a:solidFill>
            <a:srgbClr val="16263D"/>
          </a:solidFill>
          <a:ln w="12700">
            <a:solidFill>
              <a:srgbClr val="1D3150"/>
            </a:solidFill>
            <a:prstDash val="solid"/>
          </a:ln>
        </p:spPr>
      </p:sp>
      <p:sp>
        <p:nvSpPr>
          <p:cNvPr id="12" name="ct1"/>
          <p:cNvSpPr txBox="1"/>
          <p:nvPr/>
        </p:nvSpPr>
        <p:spPr>
          <a:xfrm>
            <a:off x="2880360" y="4087368"/>
            <a:ext cx="1920240" cy="1481328"/>
          </a:xfrm>
          <a:prstGeom prst="rect">
            <a:avLst/>
          </a:prstGeom>
          <a:noFill/>
          <a:ln/>
        </p:spPr>
        <p:txBody>
          <a:bodyPr wrap="square" lIns="0" tIns="0" rIns="0" bIns="0" rtlCol="0" anchor="t"/>
          <a:lstStyle/>
          <a:p>
            <a:pPr indent="0" marL="0">
              <a:spcAft>
                <a:spcPts val="300"/>
              </a:spcAft>
              <a:buNone/>
            </a:pPr>
            <a:r>
              <a:rPr lang="en-US" sz="1300" b="1" dirty="0">
                <a:solidFill>
                  <a:srgbClr val="D4A537"/>
                </a:solidFill>
                <a:latin typeface="Calibri" pitchFamily="34" charset="0"/>
                <a:ea typeface="Calibri" pitchFamily="34" charset="-122"/>
                <a:cs typeface="Calibri" pitchFamily="34" charset="-120"/>
              </a:rPr>
              <a:t>2686–2181 î.Hr.</a:t>
            </a:r>
            <a:endParaRPr lang="en-US" sz="1300" dirty="0"/>
          </a:p>
          <a:p>
            <a:pPr indent="0" marL="0">
              <a:spcAft>
                <a:spcPts val="300"/>
              </a:spcAft>
              <a:buNone/>
            </a:pPr>
            <a:r>
              <a:rPr lang="en-US" sz="1600" b="1" dirty="0">
                <a:solidFill>
                  <a:srgbClr val="FFFFFF"/>
                </a:solidFill>
                <a:latin typeface="Bookman Old Style" pitchFamily="34" charset="0"/>
                <a:ea typeface="Bookman Old Style" pitchFamily="34" charset="-122"/>
                <a:cs typeface="Bookman Old Style" pitchFamily="34" charset="-120"/>
              </a:rPr>
              <a:t>Regatul Vechi</a:t>
            </a:r>
            <a:endParaRPr lang="en-US" sz="1300" dirty="0"/>
          </a:p>
          <a:p>
            <a:pPr indent="0" marL="0">
              <a:spcAft>
                <a:spcPts val="300"/>
              </a:spcAft>
              <a:buNone/>
            </a:pPr>
            <a:r>
              <a:rPr lang="en-US" sz="1300" dirty="0">
                <a:solidFill>
                  <a:srgbClr val="EADBC0"/>
                </a:solidFill>
                <a:latin typeface="Calibri" pitchFamily="34" charset="0"/>
                <a:ea typeface="Calibri" pitchFamily="34" charset="-122"/>
                <a:cs typeface="Calibri" pitchFamily="34" charset="-120"/>
              </a:rPr>
              <a:t>„Epoca piramidelor”; capitala la Memphis</a:t>
            </a:r>
            <a:endParaRPr lang="en-US" sz="1300" dirty="0"/>
          </a:p>
        </p:txBody>
      </p:sp>
      <p:sp>
        <p:nvSpPr>
          <p:cNvPr id="13" name="n2_c"/>
          <p:cNvSpPr/>
          <p:nvPr/>
        </p:nvSpPr>
        <p:spPr>
          <a:xfrm>
            <a:off x="5669280" y="3017520"/>
            <a:ext cx="822960" cy="822960"/>
          </a:xfrm>
          <a:prstGeom prst="ellipse">
            <a:avLst/>
          </a:prstGeom>
          <a:solidFill>
            <a:srgbClr val="2A9D8F"/>
          </a:solidFill>
          <a:ln w="19050">
            <a:solidFill>
              <a:srgbClr val="D4A537"/>
            </a:solidFill>
            <a:prstDash val="solid"/>
          </a:ln>
        </p:spPr>
      </p:sp>
      <p:pic>
        <p:nvPicPr>
          <p:cNvPr id="14" name="n2_i" descr="preencoded.png">    </p:cNvPr>
          <p:cNvPicPr>
            <a:picLocks noChangeAspect="1"/>
          </p:cNvPicPr>
          <p:nvPr/>
        </p:nvPicPr>
        <p:blipFill>
          <a:blip r:embed="rId3"/>
          <a:stretch>
            <a:fillRect/>
          </a:stretch>
        </p:blipFill>
        <p:spPr>
          <a:xfrm>
            <a:off x="5833872" y="3182112"/>
            <a:ext cx="493776" cy="493776"/>
          </a:xfrm>
          <a:prstGeom prst="rect">
            <a:avLst/>
          </a:prstGeom>
        </p:spPr>
      </p:pic>
      <p:sp>
        <p:nvSpPr>
          <p:cNvPr id="15" name="cd2"/>
          <p:cNvSpPr/>
          <p:nvPr/>
        </p:nvSpPr>
        <p:spPr>
          <a:xfrm>
            <a:off x="4983480" y="1298448"/>
            <a:ext cx="2194560" cy="1627632"/>
          </a:xfrm>
          <a:prstGeom prst="roundRect">
            <a:avLst>
              <a:gd name="adj" fmla="val 5618"/>
            </a:avLst>
          </a:prstGeom>
          <a:solidFill>
            <a:srgbClr val="16263D"/>
          </a:solidFill>
          <a:ln w="12700">
            <a:solidFill>
              <a:srgbClr val="1D3150"/>
            </a:solidFill>
            <a:prstDash val="solid"/>
          </a:ln>
        </p:spPr>
      </p:sp>
      <p:sp>
        <p:nvSpPr>
          <p:cNvPr id="16" name="ct2"/>
          <p:cNvSpPr txBox="1"/>
          <p:nvPr/>
        </p:nvSpPr>
        <p:spPr>
          <a:xfrm>
            <a:off x="5120640" y="1408176"/>
            <a:ext cx="1920240" cy="1481328"/>
          </a:xfrm>
          <a:prstGeom prst="rect">
            <a:avLst/>
          </a:prstGeom>
          <a:noFill/>
          <a:ln/>
        </p:spPr>
        <p:txBody>
          <a:bodyPr wrap="square" lIns="0" tIns="0" rIns="0" bIns="0" rtlCol="0" anchor="t"/>
          <a:lstStyle/>
          <a:p>
            <a:pPr indent="0" marL="0">
              <a:spcAft>
                <a:spcPts val="300"/>
              </a:spcAft>
              <a:buNone/>
            </a:pPr>
            <a:r>
              <a:rPr lang="en-US" sz="1300" b="1" dirty="0">
                <a:solidFill>
                  <a:srgbClr val="D4A537"/>
                </a:solidFill>
                <a:latin typeface="Calibri" pitchFamily="34" charset="0"/>
                <a:ea typeface="Calibri" pitchFamily="34" charset="-122"/>
                <a:cs typeface="Calibri" pitchFamily="34" charset="-120"/>
              </a:rPr>
              <a:t>2055–1650 î.Hr.</a:t>
            </a:r>
            <a:endParaRPr lang="en-US" sz="1300" dirty="0"/>
          </a:p>
          <a:p>
            <a:pPr indent="0" marL="0">
              <a:spcAft>
                <a:spcPts val="300"/>
              </a:spcAft>
              <a:buNone/>
            </a:pPr>
            <a:r>
              <a:rPr lang="en-US" sz="1600" b="1" dirty="0">
                <a:solidFill>
                  <a:srgbClr val="FFFFFF"/>
                </a:solidFill>
                <a:latin typeface="Bookman Old Style" pitchFamily="34" charset="0"/>
                <a:ea typeface="Bookman Old Style" pitchFamily="34" charset="-122"/>
                <a:cs typeface="Bookman Old Style" pitchFamily="34" charset="-120"/>
              </a:rPr>
              <a:t>Regatul Mijlociu</a:t>
            </a:r>
            <a:endParaRPr lang="en-US" sz="1300" dirty="0"/>
          </a:p>
          <a:p>
            <a:pPr indent="0" marL="0">
              <a:spcAft>
                <a:spcPts val="300"/>
              </a:spcAft>
              <a:buNone/>
            </a:pPr>
            <a:r>
              <a:rPr lang="en-US" sz="1300" dirty="0">
                <a:solidFill>
                  <a:srgbClr val="EADBC0"/>
                </a:solidFill>
                <a:latin typeface="Calibri" pitchFamily="34" charset="0"/>
                <a:ea typeface="Calibri" pitchFamily="34" charset="-122"/>
                <a:cs typeface="Calibri" pitchFamily="34" charset="-120"/>
              </a:rPr>
              <a:t>Reunificare; înflorirea literaturii și artei</a:t>
            </a:r>
            <a:endParaRPr lang="en-US" sz="1300" dirty="0"/>
          </a:p>
        </p:txBody>
      </p:sp>
      <p:sp>
        <p:nvSpPr>
          <p:cNvPr id="17" name="n3_c"/>
          <p:cNvSpPr/>
          <p:nvPr/>
        </p:nvSpPr>
        <p:spPr>
          <a:xfrm>
            <a:off x="7909560" y="3017520"/>
            <a:ext cx="822960" cy="822960"/>
          </a:xfrm>
          <a:prstGeom prst="ellipse">
            <a:avLst/>
          </a:prstGeom>
          <a:solidFill>
            <a:srgbClr val="2A9D8F"/>
          </a:solidFill>
          <a:ln w="19050">
            <a:solidFill>
              <a:srgbClr val="D4A537"/>
            </a:solidFill>
            <a:prstDash val="solid"/>
          </a:ln>
        </p:spPr>
      </p:sp>
      <p:pic>
        <p:nvPicPr>
          <p:cNvPr id="18" name="n3_i" descr="preencoded.png">    </p:cNvPr>
          <p:cNvPicPr>
            <a:picLocks noChangeAspect="1"/>
          </p:cNvPicPr>
          <p:nvPr/>
        </p:nvPicPr>
        <p:blipFill>
          <a:blip r:embed="rId4"/>
          <a:stretch>
            <a:fillRect/>
          </a:stretch>
        </p:blipFill>
        <p:spPr>
          <a:xfrm>
            <a:off x="8074152" y="3182112"/>
            <a:ext cx="493776" cy="493776"/>
          </a:xfrm>
          <a:prstGeom prst="rect">
            <a:avLst/>
          </a:prstGeom>
        </p:spPr>
      </p:pic>
      <p:sp>
        <p:nvSpPr>
          <p:cNvPr id="19" name="cd3"/>
          <p:cNvSpPr/>
          <p:nvPr/>
        </p:nvSpPr>
        <p:spPr>
          <a:xfrm>
            <a:off x="7223760" y="3977640"/>
            <a:ext cx="2194560" cy="1627632"/>
          </a:xfrm>
          <a:prstGeom prst="roundRect">
            <a:avLst>
              <a:gd name="adj" fmla="val 5618"/>
            </a:avLst>
          </a:prstGeom>
          <a:solidFill>
            <a:srgbClr val="16263D"/>
          </a:solidFill>
          <a:ln w="12700">
            <a:solidFill>
              <a:srgbClr val="1D3150"/>
            </a:solidFill>
            <a:prstDash val="solid"/>
          </a:ln>
        </p:spPr>
      </p:sp>
      <p:sp>
        <p:nvSpPr>
          <p:cNvPr id="20" name="ct3"/>
          <p:cNvSpPr txBox="1"/>
          <p:nvPr/>
        </p:nvSpPr>
        <p:spPr>
          <a:xfrm>
            <a:off x="7360920" y="4087368"/>
            <a:ext cx="1920240" cy="1481328"/>
          </a:xfrm>
          <a:prstGeom prst="rect">
            <a:avLst/>
          </a:prstGeom>
          <a:noFill/>
          <a:ln/>
        </p:spPr>
        <p:txBody>
          <a:bodyPr wrap="square" lIns="0" tIns="0" rIns="0" bIns="0" rtlCol="0" anchor="t"/>
          <a:lstStyle/>
          <a:p>
            <a:pPr indent="0" marL="0">
              <a:spcAft>
                <a:spcPts val="300"/>
              </a:spcAft>
              <a:buNone/>
            </a:pPr>
            <a:r>
              <a:rPr lang="en-US" sz="1300" b="1" dirty="0">
                <a:solidFill>
                  <a:srgbClr val="D4A537"/>
                </a:solidFill>
                <a:latin typeface="Calibri" pitchFamily="34" charset="0"/>
                <a:ea typeface="Calibri" pitchFamily="34" charset="-122"/>
                <a:cs typeface="Calibri" pitchFamily="34" charset="-120"/>
              </a:rPr>
              <a:t>1550–1069 î.Hr.</a:t>
            </a:r>
            <a:endParaRPr lang="en-US" sz="1300" dirty="0"/>
          </a:p>
          <a:p>
            <a:pPr indent="0" marL="0">
              <a:spcAft>
                <a:spcPts val="300"/>
              </a:spcAft>
              <a:buNone/>
            </a:pPr>
            <a:r>
              <a:rPr lang="en-US" sz="1600" b="1" dirty="0">
                <a:solidFill>
                  <a:srgbClr val="FFFFFF"/>
                </a:solidFill>
                <a:latin typeface="Bookman Old Style" pitchFamily="34" charset="0"/>
                <a:ea typeface="Bookman Old Style" pitchFamily="34" charset="-122"/>
                <a:cs typeface="Bookman Old Style" pitchFamily="34" charset="-120"/>
              </a:rPr>
              <a:t>Regatul Nou</a:t>
            </a:r>
            <a:endParaRPr lang="en-US" sz="1300" dirty="0"/>
          </a:p>
          <a:p>
            <a:pPr indent="0" marL="0">
              <a:spcAft>
                <a:spcPts val="300"/>
              </a:spcAft>
              <a:buNone/>
            </a:pPr>
            <a:r>
              <a:rPr lang="en-US" sz="1300" dirty="0">
                <a:solidFill>
                  <a:srgbClr val="EADBC0"/>
                </a:solidFill>
                <a:latin typeface="Calibri" pitchFamily="34" charset="0"/>
                <a:ea typeface="Calibri" pitchFamily="34" charset="-122"/>
                <a:cs typeface="Calibri" pitchFamily="34" charset="-120"/>
              </a:rPr>
              <a:t>Apogeul imperiului; Teba și Valea Regilor</a:t>
            </a:r>
            <a:endParaRPr lang="en-US" sz="1300" dirty="0"/>
          </a:p>
        </p:txBody>
      </p:sp>
      <p:sp>
        <p:nvSpPr>
          <p:cNvPr id="21" name="n4_c"/>
          <p:cNvSpPr/>
          <p:nvPr/>
        </p:nvSpPr>
        <p:spPr>
          <a:xfrm>
            <a:off x="10149840" y="3017520"/>
            <a:ext cx="822960" cy="822960"/>
          </a:xfrm>
          <a:prstGeom prst="ellipse">
            <a:avLst/>
          </a:prstGeom>
          <a:solidFill>
            <a:srgbClr val="2A9D8F"/>
          </a:solidFill>
          <a:ln w="19050">
            <a:solidFill>
              <a:srgbClr val="D4A537"/>
            </a:solidFill>
            <a:prstDash val="solid"/>
          </a:ln>
        </p:spPr>
      </p:sp>
      <p:pic>
        <p:nvPicPr>
          <p:cNvPr id="22" name="n4_i" descr="preencoded.png">    </p:cNvPr>
          <p:cNvPicPr>
            <a:picLocks noChangeAspect="1"/>
          </p:cNvPicPr>
          <p:nvPr/>
        </p:nvPicPr>
        <p:blipFill>
          <a:blip r:embed="rId5"/>
          <a:stretch>
            <a:fillRect/>
          </a:stretch>
        </p:blipFill>
        <p:spPr>
          <a:xfrm>
            <a:off x="10314432" y="3182112"/>
            <a:ext cx="493776" cy="493776"/>
          </a:xfrm>
          <a:prstGeom prst="rect">
            <a:avLst/>
          </a:prstGeom>
        </p:spPr>
      </p:pic>
      <p:sp>
        <p:nvSpPr>
          <p:cNvPr id="23" name="cd4"/>
          <p:cNvSpPr/>
          <p:nvPr/>
        </p:nvSpPr>
        <p:spPr>
          <a:xfrm>
            <a:off x="9464040" y="1298448"/>
            <a:ext cx="2194560" cy="1627632"/>
          </a:xfrm>
          <a:prstGeom prst="roundRect">
            <a:avLst>
              <a:gd name="adj" fmla="val 5618"/>
            </a:avLst>
          </a:prstGeom>
          <a:solidFill>
            <a:srgbClr val="16263D"/>
          </a:solidFill>
          <a:ln w="12700">
            <a:solidFill>
              <a:srgbClr val="1D3150"/>
            </a:solidFill>
            <a:prstDash val="solid"/>
          </a:ln>
        </p:spPr>
      </p:sp>
      <p:sp>
        <p:nvSpPr>
          <p:cNvPr id="24" name="ct4"/>
          <p:cNvSpPr txBox="1"/>
          <p:nvPr/>
        </p:nvSpPr>
        <p:spPr>
          <a:xfrm>
            <a:off x="9601200" y="1408176"/>
            <a:ext cx="1920240" cy="1481328"/>
          </a:xfrm>
          <a:prstGeom prst="rect">
            <a:avLst/>
          </a:prstGeom>
          <a:noFill/>
          <a:ln/>
        </p:spPr>
        <p:txBody>
          <a:bodyPr wrap="square" lIns="0" tIns="0" rIns="0" bIns="0" rtlCol="0" anchor="t"/>
          <a:lstStyle/>
          <a:p>
            <a:pPr indent="0" marL="0">
              <a:spcAft>
                <a:spcPts val="300"/>
              </a:spcAft>
              <a:buNone/>
            </a:pPr>
            <a:r>
              <a:rPr lang="en-US" sz="1300" b="1" dirty="0">
                <a:solidFill>
                  <a:srgbClr val="D4A537"/>
                </a:solidFill>
                <a:latin typeface="Calibri" pitchFamily="34" charset="0"/>
                <a:ea typeface="Calibri" pitchFamily="34" charset="-122"/>
                <a:cs typeface="Calibri" pitchFamily="34" charset="-120"/>
              </a:rPr>
              <a:t>305–30 î.Hr.</a:t>
            </a:r>
            <a:endParaRPr lang="en-US" sz="1300" dirty="0"/>
          </a:p>
          <a:p>
            <a:pPr indent="0" marL="0">
              <a:spcAft>
                <a:spcPts val="300"/>
              </a:spcAft>
              <a:buNone/>
            </a:pPr>
            <a:r>
              <a:rPr lang="en-US" sz="1600" b="1" dirty="0">
                <a:solidFill>
                  <a:srgbClr val="FFFFFF"/>
                </a:solidFill>
                <a:latin typeface="Bookman Old Style" pitchFamily="34" charset="0"/>
                <a:ea typeface="Bookman Old Style" pitchFamily="34" charset="-122"/>
                <a:cs typeface="Bookman Old Style" pitchFamily="34" charset="-120"/>
              </a:rPr>
              <a:t>Perioada Ptolemeică</a:t>
            </a:r>
            <a:endParaRPr lang="en-US" sz="1300" dirty="0"/>
          </a:p>
          <a:p>
            <a:pPr indent="0" marL="0">
              <a:spcAft>
                <a:spcPts val="300"/>
              </a:spcAft>
              <a:buNone/>
            </a:pPr>
            <a:r>
              <a:rPr lang="en-US" sz="1300" dirty="0">
                <a:solidFill>
                  <a:srgbClr val="EADBC0"/>
                </a:solidFill>
                <a:latin typeface="Calibri" pitchFamily="34" charset="0"/>
                <a:ea typeface="Calibri" pitchFamily="34" charset="-122"/>
                <a:cs typeface="Calibri" pitchFamily="34" charset="-120"/>
              </a:rPr>
              <a:t>Dinastie greacă; se încheie cu Cleopatra a VII-a</a:t>
            </a:r>
            <a:endParaRPr lang="en-US" sz="1300" dirty="0"/>
          </a:p>
        </p:txBody>
      </p:sp>
      <p:sp>
        <p:nvSpPr>
          <p:cNvPr id="25" name="foot"/>
          <p:cNvSpPr txBox="1"/>
          <p:nvPr/>
        </p:nvSpPr>
        <p:spPr>
          <a:xfrm>
            <a:off x="548640" y="6172200"/>
            <a:ext cx="7315200" cy="320040"/>
          </a:xfrm>
          <a:prstGeom prst="rect">
            <a:avLst/>
          </a:prstGeom>
          <a:noFill/>
          <a:ln/>
        </p:spPr>
        <p:txBody>
          <a:bodyPr wrap="square" lIns="0" tIns="0" rIns="0" bIns="0" rtlCol="0" anchor="ctr"/>
          <a:lstStyle/>
          <a:p>
            <a:pPr indent="0" marL="0">
              <a:buNone/>
            </a:pPr>
            <a:r>
              <a:rPr lang="en-US" sz="1100" i="1" dirty="0">
                <a:solidFill>
                  <a:srgbClr val="A9B4C4"/>
                </a:solidFill>
                <a:latin typeface="Calibri" pitchFamily="34" charset="0"/>
                <a:ea typeface="Calibri" pitchFamily="34" charset="-122"/>
                <a:cs typeface="Calibri" pitchFamily="34" charset="-120"/>
              </a:rPr>
              <a:t>Datele sunt aproximative (cronologia British Museum / Oxford).</a:t>
            </a:r>
            <a:endParaRPr lang="en-US" sz="1100" dirty="0"/>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00" fill="hold" decel="100000"/>
                                        <p:tgtEl>
                                          <p:spTgt spid="3"/>
                                        </p:tgtEl>
                                        <p:attrNameLst>
                                          <p:attrName>ppt_x</p:attrName>
                                        </p:attrNameLst>
                                      </p:cBhvr>
                                      <p:tavLst>
                                        <p:tav tm="0">
                                          <p:val>
                                            <p:strVal val="0-#ppt_w/2"/>
                                          </p:val>
                                        </p:tav>
                                        <p:tav tm="100000">
                                          <p:val>
                                            <p:strVal val="#ppt_x"/>
                                          </p:val>
                                        </p:tav>
                                      </p:tavLst>
                                    </p:anim>
                                    <p:anim calcmode="lin" valueType="num">
                                      <p:cBhvr additive="base">
                                        <p:cTn id="8" dur="700" fill="hold" decel="100000"/>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400"/>
                            </p:stCondLst>
                            <p:childTnLst>
                              <p:par>
                                <p:cTn id="10" presetID="2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1400"/>
                                        <p:tgtEl>
                                          <p:spTgt spid="4"/>
                                        </p:tgtEl>
                                      </p:cBhvr>
                                    </p:animEffect>
                                  </p:childTnLst>
                                </p:cTn>
                              </p:par>
                            </p:childTnLst>
                          </p:cTn>
                        </p:par>
                        <p:par>
                          <p:cTn id="13" fill="hold">
                            <p:stCondLst>
                              <p:cond delay="1300"/>
                            </p:stCondLst>
                            <p:childTnLst>
                              <p:par>
                                <p:cTn id="14" presetID="53" presetClass="entr" presetSubtype="16"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decel="100000"/>
                                        <p:tgtEl>
                                          <p:spTgt spid="5"/>
                                        </p:tgtEl>
                                        <p:attrNameLst>
                                          <p:attrName>ppt_w</p:attrName>
                                        </p:attrNameLst>
                                      </p:cBhvr>
                                      <p:tavLst>
                                        <p:tav tm="0">
                                          <p:val>
                                            <p:strVal val="0"/>
                                          </p:val>
                                        </p:tav>
                                        <p:tav tm="100000">
                                          <p:val>
                                            <p:strVal val="#ppt_w"/>
                                          </p:val>
                                        </p:tav>
                                      </p:tavLst>
                                    </p:anim>
                                    <p:anim calcmode="lin" valueType="num">
                                      <p:cBhvr additive="base">
                                        <p:cTn id="17" dur="500" fill="hold" decel="100000"/>
                                        <p:tgtEl>
                                          <p:spTgt spid="5"/>
                                        </p:tgtEl>
                                        <p:attrNameLst>
                                          <p:attrName>ppt_h</p:attrName>
                                        </p:attrNameLst>
                                      </p:cBhvr>
                                      <p:tavLst>
                                        <p:tav tm="0">
                                          <p:val>
                                            <p:strVal val="0"/>
                                          </p:val>
                                        </p:tav>
                                        <p:tav tm="100000">
                                          <p:val>
                                            <p:strVal val="#ppt_h"/>
                                          </p:val>
                                        </p:tav>
                                      </p:tavLst>
                                    </p:anim>
                                    <p:animEffect transition="in" filter="fade">
                                      <p:cBhvr>
                                        <p:cTn id="18" dur="500"/>
                                        <p:tgtEl>
                                          <p:spTgt spid="5"/>
                                        </p:tgtEl>
                                      </p:cBhvr>
                                    </p:animEffect>
                                  </p:childTnLst>
                                </p:cTn>
                              </p:par>
                              <p:par>
                                <p:cTn id="19" presetID="53" presetClass="entr" presetSubtype="16"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decel="100000"/>
                                        <p:tgtEl>
                                          <p:spTgt spid="6"/>
                                        </p:tgtEl>
                                        <p:attrNameLst>
                                          <p:attrName>ppt_w</p:attrName>
                                        </p:attrNameLst>
                                      </p:cBhvr>
                                      <p:tavLst>
                                        <p:tav tm="0">
                                          <p:val>
                                            <p:strVal val="0"/>
                                          </p:val>
                                        </p:tav>
                                        <p:tav tm="100000">
                                          <p:val>
                                            <p:strVal val="#ppt_w"/>
                                          </p:val>
                                        </p:tav>
                                      </p:tavLst>
                                    </p:anim>
                                    <p:anim calcmode="lin" valueType="num">
                                      <p:cBhvr additive="base">
                                        <p:cTn id="22" dur="500" fill="hold" decel="100000"/>
                                        <p:tgtEl>
                                          <p:spTgt spid="6"/>
                                        </p:tgtEl>
                                        <p:attrNameLst>
                                          <p:attrName>ppt_h</p:attrName>
                                        </p:attrNameLst>
                                      </p:cBhvr>
                                      <p:tavLst>
                                        <p:tav tm="0">
                                          <p:val>
                                            <p:strVal val="0"/>
                                          </p:val>
                                        </p:tav>
                                        <p:tav tm="100000">
                                          <p:val>
                                            <p:strVal val="#ppt_h"/>
                                          </p:val>
                                        </p:tav>
                                      </p:tavLst>
                                    </p:anim>
                                    <p:animEffect transition="in" filter="fade">
                                      <p:cBhvr>
                                        <p:cTn id="23" dur="500"/>
                                        <p:tgtEl>
                                          <p:spTgt spid="6"/>
                                        </p:tgtEl>
                                      </p:cBhvr>
                                    </p:animEffect>
                                  </p:childTnLst>
                                </p:cTn>
                              </p:par>
                            </p:childTnLst>
                          </p:cTn>
                        </p:par>
                        <p:par>
                          <p:cTn id="24" fill="hold">
                            <p:stCondLst>
                              <p:cond delay="1550"/>
                            </p:stCondLst>
                            <p:childTnLst>
                              <p:par>
                                <p:cTn id="25" presetID="2" presetClass="entr" presetSubtype="1" fill="hold" grpId="0" nodeType="after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650" fill="hold" decel="100000"/>
                                        <p:tgtEl>
                                          <p:spTgt spid="7"/>
                                        </p:tgtEl>
                                        <p:attrNameLst>
                                          <p:attrName>ppt_x</p:attrName>
                                        </p:attrNameLst>
                                      </p:cBhvr>
                                      <p:tavLst>
                                        <p:tav tm="0">
                                          <p:val>
                                            <p:strVal val="#ppt_x"/>
                                          </p:val>
                                        </p:tav>
                                        <p:tav tm="100000">
                                          <p:val>
                                            <p:strVal val="#ppt_x"/>
                                          </p:val>
                                        </p:tav>
                                      </p:tavLst>
                                    </p:anim>
                                    <p:anim calcmode="lin" valueType="num">
                                      <p:cBhvr additive="base">
                                        <p:cTn id="28" dur="650" fill="hold" decel="100000"/>
                                        <p:tgtEl>
                                          <p:spTgt spid="7"/>
                                        </p:tgtEl>
                                        <p:attrNameLst>
                                          <p:attrName>ppt_y</p:attrName>
                                        </p:attrNameLst>
                                      </p:cBhvr>
                                      <p:tavLst>
                                        <p:tav tm="0">
                                          <p:val>
                                            <p:strVal val="0-#ppt_h/2"/>
                                          </p:val>
                                        </p:tav>
                                        <p:tav tm="100000">
                                          <p:val>
                                            <p:strVal val="#ppt_y"/>
                                          </p:val>
                                        </p:tav>
                                      </p:tavLst>
                                    </p:anim>
                                  </p:childTnLst>
                                </p:cTn>
                              </p:par>
                              <p:par>
                                <p:cTn id="29" presetID="2" presetClass="entr" presetSubtype="1"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650" fill="hold" decel="100000"/>
                                        <p:tgtEl>
                                          <p:spTgt spid="8"/>
                                        </p:tgtEl>
                                        <p:attrNameLst>
                                          <p:attrName>ppt_x</p:attrName>
                                        </p:attrNameLst>
                                      </p:cBhvr>
                                      <p:tavLst>
                                        <p:tav tm="0">
                                          <p:val>
                                            <p:strVal val="#ppt_x"/>
                                          </p:val>
                                        </p:tav>
                                        <p:tav tm="100000">
                                          <p:val>
                                            <p:strVal val="#ppt_x"/>
                                          </p:val>
                                        </p:tav>
                                      </p:tavLst>
                                    </p:anim>
                                    <p:anim calcmode="lin" valueType="num">
                                      <p:cBhvr additive="base">
                                        <p:cTn id="32" dur="650" fill="hold" decel="100000"/>
                                        <p:tgtEl>
                                          <p:spTgt spid="8"/>
                                        </p:tgtEl>
                                        <p:attrNameLst>
                                          <p:attrName>ppt_y</p:attrName>
                                        </p:attrNameLst>
                                      </p:cBhvr>
                                      <p:tavLst>
                                        <p:tav tm="0">
                                          <p:val>
                                            <p:strVal val="0-#ppt_h/2"/>
                                          </p:val>
                                        </p:tav>
                                        <p:tav tm="100000">
                                          <p:val>
                                            <p:strVal val="#ppt_y"/>
                                          </p:val>
                                        </p:tav>
                                      </p:tavLst>
                                    </p:anim>
                                  </p:childTnLst>
                                </p:cTn>
                              </p:par>
                            </p:childTnLst>
                          </p:cTn>
                        </p:par>
                        <p:par>
                          <p:cTn id="33" fill="hold">
                            <p:stCondLst>
                              <p:cond delay="2050"/>
                            </p:stCondLst>
                            <p:childTnLst>
                              <p:par>
                                <p:cTn id="34" presetID="53" presetClass="entr" presetSubtype="16" fill="hold" grpId="0" nodeType="afterEffect">
                                  <p:stCondLst>
                                    <p:cond delay="0"/>
                                  </p:stCondLst>
                                  <p:childTnLst>
                                    <p:set>
                                      <p:cBhvr>
                                        <p:cTn id="35" dur="1" fill="hold">
                                          <p:stCondLst>
                                            <p:cond delay="0"/>
                                          </p:stCondLst>
                                        </p:cTn>
                                        <p:tgtEl>
                                          <p:spTgt spid="9"/>
                                        </p:tgtEl>
                                        <p:attrNameLst>
                                          <p:attrName>style.visibility</p:attrName>
                                        </p:attrNameLst>
                                      </p:cBhvr>
                                      <p:to>
                                        <p:strVal val="visible"/>
                                      </p:to>
                                    </p:set>
                                    <p:anim calcmode="lin" valueType="num">
                                      <p:cBhvr additive="base">
                                        <p:cTn id="36" dur="500" fill="hold" decel="100000"/>
                                        <p:tgtEl>
                                          <p:spTgt spid="9"/>
                                        </p:tgtEl>
                                        <p:attrNameLst>
                                          <p:attrName>ppt_w</p:attrName>
                                        </p:attrNameLst>
                                      </p:cBhvr>
                                      <p:tavLst>
                                        <p:tav tm="0">
                                          <p:val>
                                            <p:strVal val="0"/>
                                          </p:val>
                                        </p:tav>
                                        <p:tav tm="100000">
                                          <p:val>
                                            <p:strVal val="#ppt_w"/>
                                          </p:val>
                                        </p:tav>
                                      </p:tavLst>
                                    </p:anim>
                                    <p:anim calcmode="lin" valueType="num">
                                      <p:cBhvr additive="base">
                                        <p:cTn id="37" dur="500" fill="hold" decel="100000"/>
                                        <p:tgtEl>
                                          <p:spTgt spid="9"/>
                                        </p:tgtEl>
                                        <p:attrNameLst>
                                          <p:attrName>ppt_h</p:attrName>
                                        </p:attrNameLst>
                                      </p:cBhvr>
                                      <p:tavLst>
                                        <p:tav tm="0">
                                          <p:val>
                                            <p:strVal val="0"/>
                                          </p:val>
                                        </p:tav>
                                        <p:tav tm="100000">
                                          <p:val>
                                            <p:strVal val="#ppt_h"/>
                                          </p:val>
                                        </p:tav>
                                      </p:tavLst>
                                    </p:anim>
                                    <p:animEffect transition="in" filter="fade">
                                      <p:cBhvr>
                                        <p:cTn id="38" dur="500"/>
                                        <p:tgtEl>
                                          <p:spTgt spid="9"/>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10"/>
                                        </p:tgtEl>
                                        <p:attrNameLst>
                                          <p:attrName>style.visibility</p:attrName>
                                        </p:attrNameLst>
                                      </p:cBhvr>
                                      <p:to>
                                        <p:strVal val="visible"/>
                                      </p:to>
                                    </p:set>
                                    <p:anim calcmode="lin" valueType="num">
                                      <p:cBhvr additive="base">
                                        <p:cTn id="41" dur="500" fill="hold" decel="100000"/>
                                        <p:tgtEl>
                                          <p:spTgt spid="10"/>
                                        </p:tgtEl>
                                        <p:attrNameLst>
                                          <p:attrName>ppt_w</p:attrName>
                                        </p:attrNameLst>
                                      </p:cBhvr>
                                      <p:tavLst>
                                        <p:tav tm="0">
                                          <p:val>
                                            <p:strVal val="0"/>
                                          </p:val>
                                        </p:tav>
                                        <p:tav tm="100000">
                                          <p:val>
                                            <p:strVal val="#ppt_w"/>
                                          </p:val>
                                        </p:tav>
                                      </p:tavLst>
                                    </p:anim>
                                    <p:anim calcmode="lin" valueType="num">
                                      <p:cBhvr additive="base">
                                        <p:cTn id="42" dur="500" fill="hold" decel="100000"/>
                                        <p:tgtEl>
                                          <p:spTgt spid="10"/>
                                        </p:tgtEl>
                                        <p:attrNameLst>
                                          <p:attrName>ppt_h</p:attrName>
                                        </p:attrNameLst>
                                      </p:cBhvr>
                                      <p:tavLst>
                                        <p:tav tm="0">
                                          <p:val>
                                            <p:strVal val="0"/>
                                          </p:val>
                                        </p:tav>
                                        <p:tav tm="100000">
                                          <p:val>
                                            <p:strVal val="#ppt_h"/>
                                          </p:val>
                                        </p:tav>
                                      </p:tavLst>
                                    </p:anim>
                                    <p:animEffect transition="in" filter="fade">
                                      <p:cBhvr>
                                        <p:cTn id="43" dur="500"/>
                                        <p:tgtEl>
                                          <p:spTgt spid="10"/>
                                        </p:tgtEl>
                                      </p:cBhvr>
                                    </p:animEffect>
                                  </p:childTnLst>
                                </p:cTn>
                              </p:par>
                            </p:childTnLst>
                          </p:cTn>
                        </p:par>
                        <p:par>
                          <p:cTn id="44" fill="hold">
                            <p:stCondLst>
                              <p:cond delay="2300"/>
                            </p:stCondLst>
                            <p:childTnLst>
                              <p:par>
                                <p:cTn id="45" presetID="2" presetClass="entr" presetSubtype="4" fill="hold" grpId="0" nodeType="afterEffect">
                                  <p:stCondLst>
                                    <p:cond delay="0"/>
                                  </p:stCondLst>
                                  <p:childTnLst>
                                    <p:set>
                                      <p:cBhvr>
                                        <p:cTn id="46" dur="1" fill="hold">
                                          <p:stCondLst>
                                            <p:cond delay="0"/>
                                          </p:stCondLst>
                                        </p:cTn>
                                        <p:tgtEl>
                                          <p:spTgt spid="11"/>
                                        </p:tgtEl>
                                        <p:attrNameLst>
                                          <p:attrName>style.visibility</p:attrName>
                                        </p:attrNameLst>
                                      </p:cBhvr>
                                      <p:to>
                                        <p:strVal val="visible"/>
                                      </p:to>
                                    </p:set>
                                    <p:anim calcmode="lin" valueType="num">
                                      <p:cBhvr additive="base">
                                        <p:cTn id="47" dur="650" fill="hold" decel="100000"/>
                                        <p:tgtEl>
                                          <p:spTgt spid="11"/>
                                        </p:tgtEl>
                                        <p:attrNameLst>
                                          <p:attrName>ppt_x</p:attrName>
                                        </p:attrNameLst>
                                      </p:cBhvr>
                                      <p:tavLst>
                                        <p:tav tm="0">
                                          <p:val>
                                            <p:strVal val="#ppt_x"/>
                                          </p:val>
                                        </p:tav>
                                        <p:tav tm="100000">
                                          <p:val>
                                            <p:strVal val="#ppt_x"/>
                                          </p:val>
                                        </p:tav>
                                      </p:tavLst>
                                    </p:anim>
                                    <p:anim calcmode="lin" valueType="num">
                                      <p:cBhvr additive="base">
                                        <p:cTn id="48" dur="650" fill="hold" decel="100000"/>
                                        <p:tgtEl>
                                          <p:spTgt spid="11"/>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2"/>
                                        </p:tgtEl>
                                        <p:attrNameLst>
                                          <p:attrName>style.visibility</p:attrName>
                                        </p:attrNameLst>
                                      </p:cBhvr>
                                      <p:to>
                                        <p:strVal val="visible"/>
                                      </p:to>
                                    </p:set>
                                    <p:anim calcmode="lin" valueType="num">
                                      <p:cBhvr additive="base">
                                        <p:cTn id="51" dur="650" fill="hold" decel="100000"/>
                                        <p:tgtEl>
                                          <p:spTgt spid="12"/>
                                        </p:tgtEl>
                                        <p:attrNameLst>
                                          <p:attrName>ppt_x</p:attrName>
                                        </p:attrNameLst>
                                      </p:cBhvr>
                                      <p:tavLst>
                                        <p:tav tm="0">
                                          <p:val>
                                            <p:strVal val="#ppt_x"/>
                                          </p:val>
                                        </p:tav>
                                        <p:tav tm="100000">
                                          <p:val>
                                            <p:strVal val="#ppt_x"/>
                                          </p:val>
                                        </p:tav>
                                      </p:tavLst>
                                    </p:anim>
                                    <p:anim calcmode="lin" valueType="num">
                                      <p:cBhvr additive="base">
                                        <p:cTn id="52" dur="650" fill="hold" decel="100000"/>
                                        <p:tgtEl>
                                          <p:spTgt spid="12"/>
                                        </p:tgtEl>
                                        <p:attrNameLst>
                                          <p:attrName>ppt_y</p:attrName>
                                        </p:attrNameLst>
                                      </p:cBhvr>
                                      <p:tavLst>
                                        <p:tav tm="0">
                                          <p:val>
                                            <p:strVal val="1+#ppt_h/2"/>
                                          </p:val>
                                        </p:tav>
                                        <p:tav tm="100000">
                                          <p:val>
                                            <p:strVal val="#ppt_y"/>
                                          </p:val>
                                        </p:tav>
                                      </p:tavLst>
                                    </p:anim>
                                  </p:childTnLst>
                                </p:cTn>
                              </p:par>
                            </p:childTnLst>
                          </p:cTn>
                        </p:par>
                        <p:par>
                          <p:cTn id="53" fill="hold">
                            <p:stCondLst>
                              <p:cond delay="2800"/>
                            </p:stCondLst>
                            <p:childTnLst>
                              <p:par>
                                <p:cTn id="54" presetID="53" presetClass="entr" presetSubtype="16" fill="hold" grpId="0" nodeType="afterEffect">
                                  <p:stCondLst>
                                    <p:cond delay="0"/>
                                  </p:stCondLst>
                                  <p:childTnLst>
                                    <p:set>
                                      <p:cBhvr>
                                        <p:cTn id="55" dur="1" fill="hold">
                                          <p:stCondLst>
                                            <p:cond delay="0"/>
                                          </p:stCondLst>
                                        </p:cTn>
                                        <p:tgtEl>
                                          <p:spTgt spid="13"/>
                                        </p:tgtEl>
                                        <p:attrNameLst>
                                          <p:attrName>style.visibility</p:attrName>
                                        </p:attrNameLst>
                                      </p:cBhvr>
                                      <p:to>
                                        <p:strVal val="visible"/>
                                      </p:to>
                                    </p:set>
                                    <p:anim calcmode="lin" valueType="num">
                                      <p:cBhvr additive="base">
                                        <p:cTn id="56" dur="500" fill="hold" decel="100000"/>
                                        <p:tgtEl>
                                          <p:spTgt spid="13"/>
                                        </p:tgtEl>
                                        <p:attrNameLst>
                                          <p:attrName>ppt_w</p:attrName>
                                        </p:attrNameLst>
                                      </p:cBhvr>
                                      <p:tavLst>
                                        <p:tav tm="0">
                                          <p:val>
                                            <p:strVal val="0"/>
                                          </p:val>
                                        </p:tav>
                                        <p:tav tm="100000">
                                          <p:val>
                                            <p:strVal val="#ppt_w"/>
                                          </p:val>
                                        </p:tav>
                                      </p:tavLst>
                                    </p:anim>
                                    <p:anim calcmode="lin" valueType="num">
                                      <p:cBhvr additive="base">
                                        <p:cTn id="57" dur="500" fill="hold" decel="100000"/>
                                        <p:tgtEl>
                                          <p:spTgt spid="13"/>
                                        </p:tgtEl>
                                        <p:attrNameLst>
                                          <p:attrName>ppt_h</p:attrName>
                                        </p:attrNameLst>
                                      </p:cBhvr>
                                      <p:tavLst>
                                        <p:tav tm="0">
                                          <p:val>
                                            <p:strVal val="0"/>
                                          </p:val>
                                        </p:tav>
                                        <p:tav tm="100000">
                                          <p:val>
                                            <p:strVal val="#ppt_h"/>
                                          </p:val>
                                        </p:tav>
                                      </p:tavLst>
                                    </p:anim>
                                    <p:animEffect transition="in" filter="fade">
                                      <p:cBhvr>
                                        <p:cTn id="58" dur="500"/>
                                        <p:tgtEl>
                                          <p:spTgt spid="13"/>
                                        </p:tgtEl>
                                      </p:cBhvr>
                                    </p:animEffect>
                                  </p:childTnLst>
                                </p:cTn>
                              </p:par>
                              <p:par>
                                <p:cTn id="59" presetID="53" presetClass="entr" presetSubtype="16" fill="hold" grpId="0" nodeType="withEffect">
                                  <p:stCondLst>
                                    <p:cond delay="0"/>
                                  </p:stCondLst>
                                  <p:childTnLst>
                                    <p:set>
                                      <p:cBhvr>
                                        <p:cTn id="60" dur="1" fill="hold">
                                          <p:stCondLst>
                                            <p:cond delay="0"/>
                                          </p:stCondLst>
                                        </p:cTn>
                                        <p:tgtEl>
                                          <p:spTgt spid="14"/>
                                        </p:tgtEl>
                                        <p:attrNameLst>
                                          <p:attrName>style.visibility</p:attrName>
                                        </p:attrNameLst>
                                      </p:cBhvr>
                                      <p:to>
                                        <p:strVal val="visible"/>
                                      </p:to>
                                    </p:set>
                                    <p:anim calcmode="lin" valueType="num">
                                      <p:cBhvr additive="base">
                                        <p:cTn id="61" dur="500" fill="hold" decel="100000"/>
                                        <p:tgtEl>
                                          <p:spTgt spid="14"/>
                                        </p:tgtEl>
                                        <p:attrNameLst>
                                          <p:attrName>ppt_w</p:attrName>
                                        </p:attrNameLst>
                                      </p:cBhvr>
                                      <p:tavLst>
                                        <p:tav tm="0">
                                          <p:val>
                                            <p:strVal val="0"/>
                                          </p:val>
                                        </p:tav>
                                        <p:tav tm="100000">
                                          <p:val>
                                            <p:strVal val="#ppt_w"/>
                                          </p:val>
                                        </p:tav>
                                      </p:tavLst>
                                    </p:anim>
                                    <p:anim calcmode="lin" valueType="num">
                                      <p:cBhvr additive="base">
                                        <p:cTn id="62" dur="500" fill="hold" decel="100000"/>
                                        <p:tgtEl>
                                          <p:spTgt spid="14"/>
                                        </p:tgtEl>
                                        <p:attrNameLst>
                                          <p:attrName>ppt_h</p:attrName>
                                        </p:attrNameLst>
                                      </p:cBhvr>
                                      <p:tavLst>
                                        <p:tav tm="0">
                                          <p:val>
                                            <p:strVal val="0"/>
                                          </p:val>
                                        </p:tav>
                                        <p:tav tm="100000">
                                          <p:val>
                                            <p:strVal val="#ppt_h"/>
                                          </p:val>
                                        </p:tav>
                                      </p:tavLst>
                                    </p:anim>
                                    <p:animEffect transition="in" filter="fade">
                                      <p:cBhvr>
                                        <p:cTn id="63" dur="500"/>
                                        <p:tgtEl>
                                          <p:spTgt spid="14"/>
                                        </p:tgtEl>
                                      </p:cBhvr>
                                    </p:animEffect>
                                  </p:childTnLst>
                                </p:cTn>
                              </p:par>
                            </p:childTnLst>
                          </p:cTn>
                        </p:par>
                        <p:par>
                          <p:cTn id="64" fill="hold">
                            <p:stCondLst>
                              <p:cond delay="3050"/>
                            </p:stCondLst>
                            <p:childTnLst>
                              <p:par>
                                <p:cTn id="65" presetID="2" presetClass="entr" presetSubtype="1" fill="hold" grpId="0" nodeType="afterEffect">
                                  <p:stCondLst>
                                    <p:cond delay="0"/>
                                  </p:stCondLst>
                                  <p:childTnLst>
                                    <p:set>
                                      <p:cBhvr>
                                        <p:cTn id="66" dur="1" fill="hold">
                                          <p:stCondLst>
                                            <p:cond delay="0"/>
                                          </p:stCondLst>
                                        </p:cTn>
                                        <p:tgtEl>
                                          <p:spTgt spid="15"/>
                                        </p:tgtEl>
                                        <p:attrNameLst>
                                          <p:attrName>style.visibility</p:attrName>
                                        </p:attrNameLst>
                                      </p:cBhvr>
                                      <p:to>
                                        <p:strVal val="visible"/>
                                      </p:to>
                                    </p:set>
                                    <p:anim calcmode="lin" valueType="num">
                                      <p:cBhvr additive="base">
                                        <p:cTn id="67" dur="650" fill="hold" decel="100000"/>
                                        <p:tgtEl>
                                          <p:spTgt spid="15"/>
                                        </p:tgtEl>
                                        <p:attrNameLst>
                                          <p:attrName>ppt_x</p:attrName>
                                        </p:attrNameLst>
                                      </p:cBhvr>
                                      <p:tavLst>
                                        <p:tav tm="0">
                                          <p:val>
                                            <p:strVal val="#ppt_x"/>
                                          </p:val>
                                        </p:tav>
                                        <p:tav tm="100000">
                                          <p:val>
                                            <p:strVal val="#ppt_x"/>
                                          </p:val>
                                        </p:tav>
                                      </p:tavLst>
                                    </p:anim>
                                    <p:anim calcmode="lin" valueType="num">
                                      <p:cBhvr additive="base">
                                        <p:cTn id="68" dur="650" fill="hold" decel="100000"/>
                                        <p:tgtEl>
                                          <p:spTgt spid="15"/>
                                        </p:tgtEl>
                                        <p:attrNameLst>
                                          <p:attrName>ppt_y</p:attrName>
                                        </p:attrNameLst>
                                      </p:cBhvr>
                                      <p:tavLst>
                                        <p:tav tm="0">
                                          <p:val>
                                            <p:strVal val="0-#ppt_h/2"/>
                                          </p:val>
                                        </p:tav>
                                        <p:tav tm="100000">
                                          <p:val>
                                            <p:strVal val="#ppt_y"/>
                                          </p:val>
                                        </p:tav>
                                      </p:tavLst>
                                    </p:anim>
                                  </p:childTnLst>
                                </p:cTn>
                              </p:par>
                              <p:par>
                                <p:cTn id="69" presetID="2" presetClass="entr" presetSubtype="1" fill="hold" grpId="0" nodeType="withEffect">
                                  <p:stCondLst>
                                    <p:cond delay="0"/>
                                  </p:stCondLst>
                                  <p:childTnLst>
                                    <p:set>
                                      <p:cBhvr>
                                        <p:cTn id="70" dur="1" fill="hold">
                                          <p:stCondLst>
                                            <p:cond delay="0"/>
                                          </p:stCondLst>
                                        </p:cTn>
                                        <p:tgtEl>
                                          <p:spTgt spid="16"/>
                                        </p:tgtEl>
                                        <p:attrNameLst>
                                          <p:attrName>style.visibility</p:attrName>
                                        </p:attrNameLst>
                                      </p:cBhvr>
                                      <p:to>
                                        <p:strVal val="visible"/>
                                      </p:to>
                                    </p:set>
                                    <p:anim calcmode="lin" valueType="num">
                                      <p:cBhvr additive="base">
                                        <p:cTn id="71" dur="650" fill="hold" decel="100000"/>
                                        <p:tgtEl>
                                          <p:spTgt spid="16"/>
                                        </p:tgtEl>
                                        <p:attrNameLst>
                                          <p:attrName>ppt_x</p:attrName>
                                        </p:attrNameLst>
                                      </p:cBhvr>
                                      <p:tavLst>
                                        <p:tav tm="0">
                                          <p:val>
                                            <p:strVal val="#ppt_x"/>
                                          </p:val>
                                        </p:tav>
                                        <p:tav tm="100000">
                                          <p:val>
                                            <p:strVal val="#ppt_x"/>
                                          </p:val>
                                        </p:tav>
                                      </p:tavLst>
                                    </p:anim>
                                    <p:anim calcmode="lin" valueType="num">
                                      <p:cBhvr additive="base">
                                        <p:cTn id="72" dur="650" fill="hold" decel="100000"/>
                                        <p:tgtEl>
                                          <p:spTgt spid="16"/>
                                        </p:tgtEl>
                                        <p:attrNameLst>
                                          <p:attrName>ppt_y</p:attrName>
                                        </p:attrNameLst>
                                      </p:cBhvr>
                                      <p:tavLst>
                                        <p:tav tm="0">
                                          <p:val>
                                            <p:strVal val="0-#ppt_h/2"/>
                                          </p:val>
                                        </p:tav>
                                        <p:tav tm="100000">
                                          <p:val>
                                            <p:strVal val="#ppt_y"/>
                                          </p:val>
                                        </p:tav>
                                      </p:tavLst>
                                    </p:anim>
                                  </p:childTnLst>
                                </p:cTn>
                              </p:par>
                            </p:childTnLst>
                          </p:cTn>
                        </p:par>
                        <p:par>
                          <p:cTn id="73" fill="hold">
                            <p:stCondLst>
                              <p:cond delay="3550"/>
                            </p:stCondLst>
                            <p:childTnLst>
                              <p:par>
                                <p:cTn id="74" presetID="53" presetClass="entr" presetSubtype="16" fill="hold" grpId="0" nodeType="afterEffect">
                                  <p:stCondLst>
                                    <p:cond delay="0"/>
                                  </p:stCondLst>
                                  <p:childTnLst>
                                    <p:set>
                                      <p:cBhvr>
                                        <p:cTn id="75" dur="1" fill="hold">
                                          <p:stCondLst>
                                            <p:cond delay="0"/>
                                          </p:stCondLst>
                                        </p:cTn>
                                        <p:tgtEl>
                                          <p:spTgt spid="17"/>
                                        </p:tgtEl>
                                        <p:attrNameLst>
                                          <p:attrName>style.visibility</p:attrName>
                                        </p:attrNameLst>
                                      </p:cBhvr>
                                      <p:to>
                                        <p:strVal val="visible"/>
                                      </p:to>
                                    </p:set>
                                    <p:anim calcmode="lin" valueType="num">
                                      <p:cBhvr additive="base">
                                        <p:cTn id="76" dur="500" fill="hold" decel="100000"/>
                                        <p:tgtEl>
                                          <p:spTgt spid="17"/>
                                        </p:tgtEl>
                                        <p:attrNameLst>
                                          <p:attrName>ppt_w</p:attrName>
                                        </p:attrNameLst>
                                      </p:cBhvr>
                                      <p:tavLst>
                                        <p:tav tm="0">
                                          <p:val>
                                            <p:strVal val="0"/>
                                          </p:val>
                                        </p:tav>
                                        <p:tav tm="100000">
                                          <p:val>
                                            <p:strVal val="#ppt_w"/>
                                          </p:val>
                                        </p:tav>
                                      </p:tavLst>
                                    </p:anim>
                                    <p:anim calcmode="lin" valueType="num">
                                      <p:cBhvr additive="base">
                                        <p:cTn id="77" dur="500" fill="hold" decel="100000"/>
                                        <p:tgtEl>
                                          <p:spTgt spid="17"/>
                                        </p:tgtEl>
                                        <p:attrNameLst>
                                          <p:attrName>ppt_h</p:attrName>
                                        </p:attrNameLst>
                                      </p:cBhvr>
                                      <p:tavLst>
                                        <p:tav tm="0">
                                          <p:val>
                                            <p:strVal val="0"/>
                                          </p:val>
                                        </p:tav>
                                        <p:tav tm="100000">
                                          <p:val>
                                            <p:strVal val="#ppt_h"/>
                                          </p:val>
                                        </p:tav>
                                      </p:tavLst>
                                    </p:anim>
                                    <p:animEffect transition="in" filter="fade">
                                      <p:cBhvr>
                                        <p:cTn id="78" dur="500"/>
                                        <p:tgtEl>
                                          <p:spTgt spid="17"/>
                                        </p:tgtEl>
                                      </p:cBhvr>
                                    </p:animEffect>
                                  </p:childTnLst>
                                </p:cTn>
                              </p:par>
                              <p:par>
                                <p:cTn id="79" presetID="53" presetClass="entr" presetSubtype="16" fill="hold" grpId="0" nodeType="withEffect">
                                  <p:stCondLst>
                                    <p:cond delay="0"/>
                                  </p:stCondLst>
                                  <p:childTnLst>
                                    <p:set>
                                      <p:cBhvr>
                                        <p:cTn id="80" dur="1" fill="hold">
                                          <p:stCondLst>
                                            <p:cond delay="0"/>
                                          </p:stCondLst>
                                        </p:cTn>
                                        <p:tgtEl>
                                          <p:spTgt spid="18"/>
                                        </p:tgtEl>
                                        <p:attrNameLst>
                                          <p:attrName>style.visibility</p:attrName>
                                        </p:attrNameLst>
                                      </p:cBhvr>
                                      <p:to>
                                        <p:strVal val="visible"/>
                                      </p:to>
                                    </p:set>
                                    <p:anim calcmode="lin" valueType="num">
                                      <p:cBhvr additive="base">
                                        <p:cTn id="81" dur="500" fill="hold" decel="100000"/>
                                        <p:tgtEl>
                                          <p:spTgt spid="18"/>
                                        </p:tgtEl>
                                        <p:attrNameLst>
                                          <p:attrName>ppt_w</p:attrName>
                                        </p:attrNameLst>
                                      </p:cBhvr>
                                      <p:tavLst>
                                        <p:tav tm="0">
                                          <p:val>
                                            <p:strVal val="0"/>
                                          </p:val>
                                        </p:tav>
                                        <p:tav tm="100000">
                                          <p:val>
                                            <p:strVal val="#ppt_w"/>
                                          </p:val>
                                        </p:tav>
                                      </p:tavLst>
                                    </p:anim>
                                    <p:anim calcmode="lin" valueType="num">
                                      <p:cBhvr additive="base">
                                        <p:cTn id="82" dur="500" fill="hold" decel="100000"/>
                                        <p:tgtEl>
                                          <p:spTgt spid="18"/>
                                        </p:tgtEl>
                                        <p:attrNameLst>
                                          <p:attrName>ppt_h</p:attrName>
                                        </p:attrNameLst>
                                      </p:cBhvr>
                                      <p:tavLst>
                                        <p:tav tm="0">
                                          <p:val>
                                            <p:strVal val="0"/>
                                          </p:val>
                                        </p:tav>
                                        <p:tav tm="100000">
                                          <p:val>
                                            <p:strVal val="#ppt_h"/>
                                          </p:val>
                                        </p:tav>
                                      </p:tavLst>
                                    </p:anim>
                                    <p:animEffect transition="in" filter="fade">
                                      <p:cBhvr>
                                        <p:cTn id="83" dur="500"/>
                                        <p:tgtEl>
                                          <p:spTgt spid="18"/>
                                        </p:tgtEl>
                                      </p:cBhvr>
                                    </p:animEffect>
                                  </p:childTnLst>
                                </p:cTn>
                              </p:par>
                            </p:childTnLst>
                          </p:cTn>
                        </p:par>
                        <p:par>
                          <p:cTn id="84" fill="hold">
                            <p:stCondLst>
                              <p:cond delay="3800"/>
                            </p:stCondLst>
                            <p:childTnLst>
                              <p:par>
                                <p:cTn id="85" presetID="2" presetClass="entr" presetSubtype="4" fill="hold" grpId="0" nodeType="afterEffect">
                                  <p:stCondLst>
                                    <p:cond delay="0"/>
                                  </p:stCondLst>
                                  <p:childTnLst>
                                    <p:set>
                                      <p:cBhvr>
                                        <p:cTn id="86" dur="1" fill="hold">
                                          <p:stCondLst>
                                            <p:cond delay="0"/>
                                          </p:stCondLst>
                                        </p:cTn>
                                        <p:tgtEl>
                                          <p:spTgt spid="19"/>
                                        </p:tgtEl>
                                        <p:attrNameLst>
                                          <p:attrName>style.visibility</p:attrName>
                                        </p:attrNameLst>
                                      </p:cBhvr>
                                      <p:to>
                                        <p:strVal val="visible"/>
                                      </p:to>
                                    </p:set>
                                    <p:anim calcmode="lin" valueType="num">
                                      <p:cBhvr additive="base">
                                        <p:cTn id="87" dur="650" fill="hold" decel="100000"/>
                                        <p:tgtEl>
                                          <p:spTgt spid="19"/>
                                        </p:tgtEl>
                                        <p:attrNameLst>
                                          <p:attrName>ppt_x</p:attrName>
                                        </p:attrNameLst>
                                      </p:cBhvr>
                                      <p:tavLst>
                                        <p:tav tm="0">
                                          <p:val>
                                            <p:strVal val="#ppt_x"/>
                                          </p:val>
                                        </p:tav>
                                        <p:tav tm="100000">
                                          <p:val>
                                            <p:strVal val="#ppt_x"/>
                                          </p:val>
                                        </p:tav>
                                      </p:tavLst>
                                    </p:anim>
                                    <p:anim calcmode="lin" valueType="num">
                                      <p:cBhvr additive="base">
                                        <p:cTn id="88" dur="650" fill="hold" decel="100000"/>
                                        <p:tgtEl>
                                          <p:spTgt spid="19"/>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20"/>
                                        </p:tgtEl>
                                        <p:attrNameLst>
                                          <p:attrName>style.visibility</p:attrName>
                                        </p:attrNameLst>
                                      </p:cBhvr>
                                      <p:to>
                                        <p:strVal val="visible"/>
                                      </p:to>
                                    </p:set>
                                    <p:anim calcmode="lin" valueType="num">
                                      <p:cBhvr additive="base">
                                        <p:cTn id="91" dur="650" fill="hold" decel="100000"/>
                                        <p:tgtEl>
                                          <p:spTgt spid="20"/>
                                        </p:tgtEl>
                                        <p:attrNameLst>
                                          <p:attrName>ppt_x</p:attrName>
                                        </p:attrNameLst>
                                      </p:cBhvr>
                                      <p:tavLst>
                                        <p:tav tm="0">
                                          <p:val>
                                            <p:strVal val="#ppt_x"/>
                                          </p:val>
                                        </p:tav>
                                        <p:tav tm="100000">
                                          <p:val>
                                            <p:strVal val="#ppt_x"/>
                                          </p:val>
                                        </p:tav>
                                      </p:tavLst>
                                    </p:anim>
                                    <p:anim calcmode="lin" valueType="num">
                                      <p:cBhvr additive="base">
                                        <p:cTn id="92" dur="650" fill="hold" decel="100000"/>
                                        <p:tgtEl>
                                          <p:spTgt spid="20"/>
                                        </p:tgtEl>
                                        <p:attrNameLst>
                                          <p:attrName>ppt_y</p:attrName>
                                        </p:attrNameLst>
                                      </p:cBhvr>
                                      <p:tavLst>
                                        <p:tav tm="0">
                                          <p:val>
                                            <p:strVal val="1+#ppt_h/2"/>
                                          </p:val>
                                        </p:tav>
                                        <p:tav tm="100000">
                                          <p:val>
                                            <p:strVal val="#ppt_y"/>
                                          </p:val>
                                        </p:tav>
                                      </p:tavLst>
                                    </p:anim>
                                  </p:childTnLst>
                                </p:cTn>
                              </p:par>
                            </p:childTnLst>
                          </p:cTn>
                        </p:par>
                        <p:par>
                          <p:cTn id="93" fill="hold">
                            <p:stCondLst>
                              <p:cond delay="4300"/>
                            </p:stCondLst>
                            <p:childTnLst>
                              <p:par>
                                <p:cTn id="94" presetID="53" presetClass="entr" presetSubtype="16" fill="hold" grpId="0" nodeType="afterEffect">
                                  <p:stCondLst>
                                    <p:cond delay="0"/>
                                  </p:stCondLst>
                                  <p:childTnLst>
                                    <p:set>
                                      <p:cBhvr>
                                        <p:cTn id="95" dur="1" fill="hold">
                                          <p:stCondLst>
                                            <p:cond delay="0"/>
                                          </p:stCondLst>
                                        </p:cTn>
                                        <p:tgtEl>
                                          <p:spTgt spid="21"/>
                                        </p:tgtEl>
                                        <p:attrNameLst>
                                          <p:attrName>style.visibility</p:attrName>
                                        </p:attrNameLst>
                                      </p:cBhvr>
                                      <p:to>
                                        <p:strVal val="visible"/>
                                      </p:to>
                                    </p:set>
                                    <p:anim calcmode="lin" valueType="num">
                                      <p:cBhvr additive="base">
                                        <p:cTn id="96" dur="500" fill="hold" decel="100000"/>
                                        <p:tgtEl>
                                          <p:spTgt spid="21"/>
                                        </p:tgtEl>
                                        <p:attrNameLst>
                                          <p:attrName>ppt_w</p:attrName>
                                        </p:attrNameLst>
                                      </p:cBhvr>
                                      <p:tavLst>
                                        <p:tav tm="0">
                                          <p:val>
                                            <p:strVal val="0"/>
                                          </p:val>
                                        </p:tav>
                                        <p:tav tm="100000">
                                          <p:val>
                                            <p:strVal val="#ppt_w"/>
                                          </p:val>
                                        </p:tav>
                                      </p:tavLst>
                                    </p:anim>
                                    <p:anim calcmode="lin" valueType="num">
                                      <p:cBhvr additive="base">
                                        <p:cTn id="97" dur="500" fill="hold" decel="100000"/>
                                        <p:tgtEl>
                                          <p:spTgt spid="21"/>
                                        </p:tgtEl>
                                        <p:attrNameLst>
                                          <p:attrName>ppt_h</p:attrName>
                                        </p:attrNameLst>
                                      </p:cBhvr>
                                      <p:tavLst>
                                        <p:tav tm="0">
                                          <p:val>
                                            <p:strVal val="0"/>
                                          </p:val>
                                        </p:tav>
                                        <p:tav tm="100000">
                                          <p:val>
                                            <p:strVal val="#ppt_h"/>
                                          </p:val>
                                        </p:tav>
                                      </p:tavLst>
                                    </p:anim>
                                    <p:animEffect transition="in" filter="fade">
                                      <p:cBhvr>
                                        <p:cTn id="98" dur="500"/>
                                        <p:tgtEl>
                                          <p:spTgt spid="21"/>
                                        </p:tgtEl>
                                      </p:cBhvr>
                                    </p:animEffect>
                                  </p:childTnLst>
                                </p:cTn>
                              </p:par>
                              <p:par>
                                <p:cTn id="99" presetID="53" presetClass="entr" presetSubtype="16" fill="hold" grpId="0" nodeType="withEffect">
                                  <p:stCondLst>
                                    <p:cond delay="0"/>
                                  </p:stCondLst>
                                  <p:childTnLst>
                                    <p:set>
                                      <p:cBhvr>
                                        <p:cTn id="100" dur="1" fill="hold">
                                          <p:stCondLst>
                                            <p:cond delay="0"/>
                                          </p:stCondLst>
                                        </p:cTn>
                                        <p:tgtEl>
                                          <p:spTgt spid="22"/>
                                        </p:tgtEl>
                                        <p:attrNameLst>
                                          <p:attrName>style.visibility</p:attrName>
                                        </p:attrNameLst>
                                      </p:cBhvr>
                                      <p:to>
                                        <p:strVal val="visible"/>
                                      </p:to>
                                    </p:set>
                                    <p:anim calcmode="lin" valueType="num">
                                      <p:cBhvr additive="base">
                                        <p:cTn id="101" dur="500" fill="hold" decel="100000"/>
                                        <p:tgtEl>
                                          <p:spTgt spid="22"/>
                                        </p:tgtEl>
                                        <p:attrNameLst>
                                          <p:attrName>ppt_w</p:attrName>
                                        </p:attrNameLst>
                                      </p:cBhvr>
                                      <p:tavLst>
                                        <p:tav tm="0">
                                          <p:val>
                                            <p:strVal val="0"/>
                                          </p:val>
                                        </p:tav>
                                        <p:tav tm="100000">
                                          <p:val>
                                            <p:strVal val="#ppt_w"/>
                                          </p:val>
                                        </p:tav>
                                      </p:tavLst>
                                    </p:anim>
                                    <p:anim calcmode="lin" valueType="num">
                                      <p:cBhvr additive="base">
                                        <p:cTn id="102" dur="500" fill="hold" decel="100000"/>
                                        <p:tgtEl>
                                          <p:spTgt spid="22"/>
                                        </p:tgtEl>
                                        <p:attrNameLst>
                                          <p:attrName>ppt_h</p:attrName>
                                        </p:attrNameLst>
                                      </p:cBhvr>
                                      <p:tavLst>
                                        <p:tav tm="0">
                                          <p:val>
                                            <p:strVal val="0"/>
                                          </p:val>
                                        </p:tav>
                                        <p:tav tm="100000">
                                          <p:val>
                                            <p:strVal val="#ppt_h"/>
                                          </p:val>
                                        </p:tav>
                                      </p:tavLst>
                                    </p:anim>
                                    <p:animEffect transition="in" filter="fade">
                                      <p:cBhvr>
                                        <p:cTn id="103" dur="500"/>
                                        <p:tgtEl>
                                          <p:spTgt spid="22"/>
                                        </p:tgtEl>
                                      </p:cBhvr>
                                    </p:animEffect>
                                  </p:childTnLst>
                                </p:cTn>
                              </p:par>
                            </p:childTnLst>
                          </p:cTn>
                        </p:par>
                        <p:par>
                          <p:cTn id="104" fill="hold">
                            <p:stCondLst>
                              <p:cond delay="4550"/>
                            </p:stCondLst>
                            <p:childTnLst>
                              <p:par>
                                <p:cTn id="105" presetID="2" presetClass="entr" presetSubtype="1" fill="hold" grpId="0" nodeType="afterEffect">
                                  <p:stCondLst>
                                    <p:cond delay="0"/>
                                  </p:stCondLst>
                                  <p:childTnLst>
                                    <p:set>
                                      <p:cBhvr>
                                        <p:cTn id="106" dur="1" fill="hold">
                                          <p:stCondLst>
                                            <p:cond delay="0"/>
                                          </p:stCondLst>
                                        </p:cTn>
                                        <p:tgtEl>
                                          <p:spTgt spid="23"/>
                                        </p:tgtEl>
                                        <p:attrNameLst>
                                          <p:attrName>style.visibility</p:attrName>
                                        </p:attrNameLst>
                                      </p:cBhvr>
                                      <p:to>
                                        <p:strVal val="visible"/>
                                      </p:to>
                                    </p:set>
                                    <p:anim calcmode="lin" valueType="num">
                                      <p:cBhvr additive="base">
                                        <p:cTn id="107" dur="650" fill="hold" decel="100000"/>
                                        <p:tgtEl>
                                          <p:spTgt spid="23"/>
                                        </p:tgtEl>
                                        <p:attrNameLst>
                                          <p:attrName>ppt_x</p:attrName>
                                        </p:attrNameLst>
                                      </p:cBhvr>
                                      <p:tavLst>
                                        <p:tav tm="0">
                                          <p:val>
                                            <p:strVal val="#ppt_x"/>
                                          </p:val>
                                        </p:tav>
                                        <p:tav tm="100000">
                                          <p:val>
                                            <p:strVal val="#ppt_x"/>
                                          </p:val>
                                        </p:tav>
                                      </p:tavLst>
                                    </p:anim>
                                    <p:anim calcmode="lin" valueType="num">
                                      <p:cBhvr additive="base">
                                        <p:cTn id="108" dur="650" fill="hold" decel="100000"/>
                                        <p:tgtEl>
                                          <p:spTgt spid="23"/>
                                        </p:tgtEl>
                                        <p:attrNameLst>
                                          <p:attrName>ppt_y</p:attrName>
                                        </p:attrNameLst>
                                      </p:cBhvr>
                                      <p:tavLst>
                                        <p:tav tm="0">
                                          <p:val>
                                            <p:strVal val="0-#ppt_h/2"/>
                                          </p:val>
                                        </p:tav>
                                        <p:tav tm="100000">
                                          <p:val>
                                            <p:strVal val="#ppt_y"/>
                                          </p:val>
                                        </p:tav>
                                      </p:tavLst>
                                    </p:anim>
                                  </p:childTnLst>
                                </p:cTn>
                              </p:par>
                              <p:par>
                                <p:cTn id="109" presetID="2" presetClass="entr" presetSubtype="1" fill="hold" grpId="0" nodeType="withEffect">
                                  <p:stCondLst>
                                    <p:cond delay="0"/>
                                  </p:stCondLst>
                                  <p:childTnLst>
                                    <p:set>
                                      <p:cBhvr>
                                        <p:cTn id="110" dur="1" fill="hold">
                                          <p:stCondLst>
                                            <p:cond delay="0"/>
                                          </p:stCondLst>
                                        </p:cTn>
                                        <p:tgtEl>
                                          <p:spTgt spid="24"/>
                                        </p:tgtEl>
                                        <p:attrNameLst>
                                          <p:attrName>style.visibility</p:attrName>
                                        </p:attrNameLst>
                                      </p:cBhvr>
                                      <p:to>
                                        <p:strVal val="visible"/>
                                      </p:to>
                                    </p:set>
                                    <p:anim calcmode="lin" valueType="num">
                                      <p:cBhvr additive="base">
                                        <p:cTn id="111" dur="650" fill="hold" decel="100000"/>
                                        <p:tgtEl>
                                          <p:spTgt spid="24"/>
                                        </p:tgtEl>
                                        <p:attrNameLst>
                                          <p:attrName>ppt_x</p:attrName>
                                        </p:attrNameLst>
                                      </p:cBhvr>
                                      <p:tavLst>
                                        <p:tav tm="0">
                                          <p:val>
                                            <p:strVal val="#ppt_x"/>
                                          </p:val>
                                        </p:tav>
                                        <p:tav tm="100000">
                                          <p:val>
                                            <p:strVal val="#ppt_x"/>
                                          </p:val>
                                        </p:tav>
                                      </p:tavLst>
                                    </p:anim>
                                    <p:anim calcmode="lin" valueType="num">
                                      <p:cBhvr additive="base">
                                        <p:cTn id="112" dur="650" fill="hold" decel="100000"/>
                                        <p:tgtEl>
                                          <p:spTgt spid="24"/>
                                        </p:tgtEl>
                                        <p:attrNameLst>
                                          <p:attrName>ppt_y</p:attrName>
                                        </p:attrNameLst>
                                      </p:cBhvr>
                                      <p:tavLst>
                                        <p:tav tm="0">
                                          <p:val>
                                            <p:strVal val="0-#ppt_h/2"/>
                                          </p:val>
                                        </p:tav>
                                        <p:tav tm="100000">
                                          <p:val>
                                            <p:strVal val="#ppt_y"/>
                                          </p:val>
                                        </p:tav>
                                      </p:tavLst>
                                    </p:anim>
                                  </p:childTnLst>
                                </p:cTn>
                              </p:par>
                            </p:childTnLst>
                          </p:cTn>
                        </p:par>
                        <p:par>
                          <p:cTn id="113" fill="hold">
                            <p:stCondLst>
                              <p:cond delay="5300"/>
                            </p:stCondLst>
                            <p:childTnLst>
                              <p:par>
                                <p:cTn id="114" presetID="10" presetClass="entr" presetSubtype="0" fill="hold" grpId="0" nodeType="afterEffect">
                                  <p:stCondLst>
                                    <p:cond delay="0"/>
                                  </p:stCondLst>
                                  <p:childTnLst>
                                    <p:set>
                                      <p:cBhvr>
                                        <p:cTn id="115" dur="1" fill="hold">
                                          <p:stCondLst>
                                            <p:cond delay="0"/>
                                          </p:stCondLst>
                                        </p:cTn>
                                        <p:tgtEl>
                                          <p:spTgt spid="25"/>
                                        </p:tgtEl>
                                        <p:attrNameLst>
                                          <p:attrName>style.visibility</p:attrName>
                                        </p:attrNameLst>
                                      </p:cBhvr>
                                      <p:to>
                                        <p:strVal val="visible"/>
                                      </p:to>
                                    </p:set>
                                    <p:animEffect transition="in" filter="fade">
                                      <p:cBhvr>
                                        <p:cTn id="116" dur="6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P spid="12" grpId="0" animBg="1"/>
      <p:bldP spid="16" grpId="0" animBg="1"/>
      <p:bldP spid="20" grpId="0" animBg="1"/>
      <p:bldP spid="24" grpId="0" animBg="1"/>
      <p:bldP spid="2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A2B"/>
        </a:solidFill>
      </p:bgPr>
    </p:bg>
    <p:spTree>
      <p:nvGrpSpPr>
        <p:cNvPr id="1" name=""/>
        <p:cNvGrpSpPr/>
        <p:nvPr/>
      </p:nvGrpSpPr>
      <p:grpSpPr>
        <a:xfrm>
          <a:off x="0" y="0"/>
          <a:ext cx="0" cy="0"/>
          <a:chOff x="0" y="0"/>
          <a:chExt cx="0" cy="0"/>
        </a:xfrm>
      </p:grpSpPr>
      <p:sp>
        <p:nvSpPr>
          <p:cNvPr id="3" name="title"/>
          <p:cNvSpPr txBox="1"/>
          <p:nvPr/>
        </p:nvSpPr>
        <p:spPr>
          <a:xfrm>
            <a:off x="548640" y="320040"/>
            <a:ext cx="5943600" cy="822960"/>
          </a:xfrm>
          <a:prstGeom prst="rect">
            <a:avLst/>
          </a:prstGeom>
          <a:noFill/>
          <a:ln/>
        </p:spPr>
        <p:txBody>
          <a:bodyPr wrap="square" lIns="0" tIns="0" rIns="0" bIns="0" rtlCol="0" anchor="ctr"/>
          <a:lstStyle/>
          <a:p>
            <a:pPr indent="0" marL="0">
              <a:buNone/>
            </a:pPr>
            <a:r>
              <a:rPr lang="en-US" sz="3800" b="1" dirty="0">
                <a:solidFill>
                  <a:srgbClr val="D4A537"/>
                </a:solidFill>
                <a:latin typeface="Bookman Old Style" pitchFamily="34" charset="0"/>
                <a:ea typeface="Bookman Old Style" pitchFamily="34" charset="-122"/>
                <a:cs typeface="Bookman Old Style" pitchFamily="34" charset="-120"/>
              </a:rPr>
              <a:t>Faraoni celebri</a:t>
            </a:r>
            <a:endParaRPr lang="en-US" sz="3800" dirty="0"/>
          </a:p>
        </p:txBody>
      </p:sp>
      <p:sp>
        <p:nvSpPr>
          <p:cNvPr id="4" name="frame"/>
          <p:cNvSpPr/>
          <p:nvPr/>
        </p:nvSpPr>
        <p:spPr>
          <a:xfrm>
            <a:off x="475488" y="1298448"/>
            <a:ext cx="4078224" cy="5084064"/>
          </a:xfrm>
          <a:prstGeom prst="roundRect">
            <a:avLst>
              <a:gd name="adj" fmla="val 5605"/>
            </a:avLst>
          </a:prstGeom>
          <a:solidFill>
            <a:srgbClr val="D4A537"/>
          </a:solidFill>
          <a:ln/>
        </p:spPr>
      </p:sp>
      <p:pic>
        <p:nvPicPr>
          <p:cNvPr id="5" name="img0" descr="cache/temple_columns_688x864_0.22.png">    </p:cNvPr>
          <p:cNvPicPr>
            <a:picLocks noChangeAspect="1"/>
          </p:cNvPicPr>
          <p:nvPr/>
        </p:nvPicPr>
        <p:blipFill>
          <a:blip r:embed="rId1"/>
          <a:stretch>
            <a:fillRect/>
          </a:stretch>
        </p:blipFill>
        <p:spPr>
          <a:xfrm>
            <a:off x="548640" y="1371600"/>
            <a:ext cx="3931920" cy="4937760"/>
          </a:xfrm>
          <a:prstGeom prst="rect">
            <a:avLst/>
          </a:prstGeom>
        </p:spPr>
      </p:pic>
      <p:pic>
        <p:nvPicPr>
          <p:cNvPr id="6" name="img1" descr="cache/sphinx_night_688x864_0.22.png">    </p:cNvPr>
          <p:cNvPicPr>
            <a:picLocks noChangeAspect="1"/>
          </p:cNvPicPr>
          <p:nvPr/>
        </p:nvPicPr>
        <p:blipFill>
          <a:blip r:embed="rId2"/>
          <a:stretch>
            <a:fillRect/>
          </a:stretch>
        </p:blipFill>
        <p:spPr>
          <a:xfrm>
            <a:off x="548640" y="1371600"/>
            <a:ext cx="3931920" cy="4937760"/>
          </a:xfrm>
          <a:prstGeom prst="rect">
            <a:avLst/>
          </a:prstGeom>
        </p:spPr>
      </p:pic>
      <p:sp>
        <p:nvSpPr>
          <p:cNvPr id="7" name="pc0"/>
          <p:cNvSpPr/>
          <p:nvPr/>
        </p:nvSpPr>
        <p:spPr>
          <a:xfrm>
            <a:off x="4983480" y="1371600"/>
            <a:ext cx="3246120" cy="2331720"/>
          </a:xfrm>
          <a:prstGeom prst="roundRect">
            <a:avLst>
              <a:gd name="adj" fmla="val 4706"/>
            </a:avLst>
          </a:prstGeom>
          <a:solidFill>
            <a:srgbClr val="16263D"/>
          </a:solidFill>
          <a:ln w="12700">
            <a:solidFill>
              <a:srgbClr val="1D3150"/>
            </a:solidFill>
            <a:prstDash val="solid"/>
          </a:ln>
        </p:spPr>
      </p:sp>
      <p:sp>
        <p:nvSpPr>
          <p:cNvPr id="8" name="pi0_c"/>
          <p:cNvSpPr/>
          <p:nvPr/>
        </p:nvSpPr>
        <p:spPr>
          <a:xfrm>
            <a:off x="5257800" y="1645920"/>
            <a:ext cx="731520" cy="731520"/>
          </a:xfrm>
          <a:prstGeom prst="ellipse">
            <a:avLst/>
          </a:prstGeom>
          <a:solidFill>
            <a:srgbClr val="D4A537"/>
          </a:solidFill>
          <a:ln w="19050">
            <a:solidFill>
              <a:srgbClr val="D4A537"/>
            </a:solidFill>
            <a:prstDash val="solid"/>
          </a:ln>
        </p:spPr>
      </p:sp>
      <p:pic>
        <p:nvPicPr>
          <p:cNvPr id="9" name="pi0_i" descr="preencoded.png">    </p:cNvPr>
          <p:cNvPicPr>
            <a:picLocks noChangeAspect="1"/>
          </p:cNvPicPr>
          <p:nvPr/>
        </p:nvPicPr>
        <p:blipFill>
          <a:blip r:embed="rId3"/>
          <a:stretch>
            <a:fillRect/>
          </a:stretch>
        </p:blipFill>
        <p:spPr>
          <a:xfrm>
            <a:off x="5404104" y="1792224"/>
            <a:ext cx="438912" cy="438912"/>
          </a:xfrm>
          <a:prstGeom prst="rect">
            <a:avLst/>
          </a:prstGeom>
        </p:spPr>
      </p:pic>
      <p:sp>
        <p:nvSpPr>
          <p:cNvPr id="10" name="ph0"/>
          <p:cNvSpPr txBox="1"/>
          <p:nvPr/>
        </p:nvSpPr>
        <p:spPr>
          <a:xfrm>
            <a:off x="6126480" y="1627632"/>
            <a:ext cx="2011680" cy="822960"/>
          </a:xfrm>
          <a:prstGeom prst="rect">
            <a:avLst/>
          </a:prstGeom>
          <a:noFill/>
          <a:ln/>
        </p:spPr>
        <p:txBody>
          <a:bodyPr wrap="square" lIns="0" tIns="0" rIns="0" bIns="0" rtlCol="0" anchor="ctr"/>
          <a:lstStyle/>
          <a:p>
            <a:pPr indent="0" marL="0">
              <a:buNone/>
            </a:pPr>
            <a:r>
              <a:rPr lang="en-US" sz="1700" b="1" dirty="0">
                <a:solidFill>
                  <a:srgbClr val="FFFFFF"/>
                </a:solidFill>
                <a:latin typeface="Bookman Old Style" pitchFamily="34" charset="0"/>
                <a:ea typeface="Bookman Old Style" pitchFamily="34" charset="-122"/>
                <a:cs typeface="Bookman Old Style" pitchFamily="34" charset="-120"/>
              </a:rPr>
              <a:t>Keops (Khufu)</a:t>
            </a:r>
            <a:endParaRPr lang="en-US" sz="1700" dirty="0"/>
          </a:p>
          <a:p>
            <a:pPr indent="0" marL="0">
              <a:buNone/>
            </a:pPr>
            <a:r>
              <a:rPr lang="en-US" sz="1200" b="1" dirty="0">
                <a:solidFill>
                  <a:srgbClr val="D4A537"/>
                </a:solidFill>
                <a:latin typeface="Calibri" pitchFamily="34" charset="0"/>
                <a:ea typeface="Calibri" pitchFamily="34" charset="-122"/>
                <a:cs typeface="Calibri" pitchFamily="34" charset="-120"/>
              </a:rPr>
              <a:t>cca 2589–2566 î.Hr.</a:t>
            </a:r>
            <a:endParaRPr lang="en-US" sz="1700" dirty="0"/>
          </a:p>
        </p:txBody>
      </p:sp>
      <p:sp>
        <p:nvSpPr>
          <p:cNvPr id="11" name="pd0"/>
          <p:cNvSpPr txBox="1"/>
          <p:nvPr/>
        </p:nvSpPr>
        <p:spPr>
          <a:xfrm>
            <a:off x="5257800" y="2606040"/>
            <a:ext cx="2743200" cy="868680"/>
          </a:xfrm>
          <a:prstGeom prst="rect">
            <a:avLst/>
          </a:prstGeom>
          <a:noFill/>
          <a:ln/>
        </p:spPr>
        <p:txBody>
          <a:bodyPr wrap="square" lIns="0" tIns="0" rIns="0" bIns="0" rtlCol="0" anchor="t"/>
          <a:lstStyle/>
          <a:p>
            <a:pPr indent="0" marL="0">
              <a:buNone/>
            </a:pPr>
            <a:r>
              <a:rPr lang="en-US" sz="1450" dirty="0">
                <a:solidFill>
                  <a:srgbClr val="EADBC0"/>
                </a:solidFill>
                <a:latin typeface="Calibri" pitchFamily="34" charset="0"/>
                <a:ea typeface="Calibri" pitchFamily="34" charset="-122"/>
                <a:cs typeface="Calibri" pitchFamily="34" charset="-120"/>
              </a:rPr>
              <a:t>A construit Marea Piramidă de la Giza</a:t>
            </a:r>
            <a:endParaRPr lang="en-US" sz="1450" dirty="0"/>
          </a:p>
        </p:txBody>
      </p:sp>
      <p:sp>
        <p:nvSpPr>
          <p:cNvPr id="12" name="pc1"/>
          <p:cNvSpPr/>
          <p:nvPr/>
        </p:nvSpPr>
        <p:spPr>
          <a:xfrm>
            <a:off x="8458200" y="1371600"/>
            <a:ext cx="3246120" cy="2331720"/>
          </a:xfrm>
          <a:prstGeom prst="roundRect">
            <a:avLst>
              <a:gd name="adj" fmla="val 4706"/>
            </a:avLst>
          </a:prstGeom>
          <a:solidFill>
            <a:srgbClr val="16263D"/>
          </a:solidFill>
          <a:ln w="12700">
            <a:solidFill>
              <a:srgbClr val="1D3150"/>
            </a:solidFill>
            <a:prstDash val="solid"/>
          </a:ln>
        </p:spPr>
      </p:sp>
      <p:sp>
        <p:nvSpPr>
          <p:cNvPr id="13" name="pi1_c"/>
          <p:cNvSpPr/>
          <p:nvPr/>
        </p:nvSpPr>
        <p:spPr>
          <a:xfrm>
            <a:off x="8732520" y="1645920"/>
            <a:ext cx="731520" cy="731520"/>
          </a:xfrm>
          <a:prstGeom prst="ellipse">
            <a:avLst/>
          </a:prstGeom>
          <a:solidFill>
            <a:srgbClr val="D4A537"/>
          </a:solidFill>
          <a:ln w="19050">
            <a:solidFill>
              <a:srgbClr val="D4A537"/>
            </a:solidFill>
            <a:prstDash val="solid"/>
          </a:ln>
        </p:spPr>
      </p:sp>
      <p:pic>
        <p:nvPicPr>
          <p:cNvPr id="14" name="pi1_i" descr="preencoded.png">    </p:cNvPr>
          <p:cNvPicPr>
            <a:picLocks noChangeAspect="1"/>
          </p:cNvPicPr>
          <p:nvPr/>
        </p:nvPicPr>
        <p:blipFill>
          <a:blip r:embed="rId4"/>
          <a:stretch>
            <a:fillRect/>
          </a:stretch>
        </p:blipFill>
        <p:spPr>
          <a:xfrm>
            <a:off x="8878824" y="1792224"/>
            <a:ext cx="438912" cy="438912"/>
          </a:xfrm>
          <a:prstGeom prst="rect">
            <a:avLst/>
          </a:prstGeom>
        </p:spPr>
      </p:pic>
      <p:sp>
        <p:nvSpPr>
          <p:cNvPr id="15" name="ph1"/>
          <p:cNvSpPr txBox="1"/>
          <p:nvPr/>
        </p:nvSpPr>
        <p:spPr>
          <a:xfrm>
            <a:off x="9601200" y="1627632"/>
            <a:ext cx="2011680" cy="822960"/>
          </a:xfrm>
          <a:prstGeom prst="rect">
            <a:avLst/>
          </a:prstGeom>
          <a:noFill/>
          <a:ln/>
        </p:spPr>
        <p:txBody>
          <a:bodyPr wrap="square" lIns="0" tIns="0" rIns="0" bIns="0" rtlCol="0" anchor="ctr"/>
          <a:lstStyle/>
          <a:p>
            <a:pPr indent="0" marL="0">
              <a:buNone/>
            </a:pPr>
            <a:r>
              <a:rPr lang="en-US" sz="1700" b="1" dirty="0">
                <a:solidFill>
                  <a:srgbClr val="FFFFFF"/>
                </a:solidFill>
                <a:latin typeface="Bookman Old Style" pitchFamily="34" charset="0"/>
                <a:ea typeface="Bookman Old Style" pitchFamily="34" charset="-122"/>
                <a:cs typeface="Bookman Old Style" pitchFamily="34" charset="-120"/>
              </a:rPr>
              <a:t>Hatșepsut</a:t>
            </a:r>
            <a:endParaRPr lang="en-US" sz="1700" dirty="0"/>
          </a:p>
          <a:p>
            <a:pPr indent="0" marL="0">
              <a:buNone/>
            </a:pPr>
            <a:r>
              <a:rPr lang="en-US" sz="1200" b="1" dirty="0">
                <a:solidFill>
                  <a:srgbClr val="D4A537"/>
                </a:solidFill>
                <a:latin typeface="Calibri" pitchFamily="34" charset="0"/>
                <a:ea typeface="Calibri" pitchFamily="34" charset="-122"/>
                <a:cs typeface="Calibri" pitchFamily="34" charset="-120"/>
              </a:rPr>
              <a:t>cca 1479–1458 î.Hr.</a:t>
            </a:r>
            <a:endParaRPr lang="en-US" sz="1700" dirty="0"/>
          </a:p>
        </p:txBody>
      </p:sp>
      <p:sp>
        <p:nvSpPr>
          <p:cNvPr id="16" name="pd1"/>
          <p:cNvSpPr txBox="1"/>
          <p:nvPr/>
        </p:nvSpPr>
        <p:spPr>
          <a:xfrm>
            <a:off x="8732520" y="2606040"/>
            <a:ext cx="2743200" cy="868680"/>
          </a:xfrm>
          <a:prstGeom prst="rect">
            <a:avLst/>
          </a:prstGeom>
          <a:noFill/>
          <a:ln/>
        </p:spPr>
        <p:txBody>
          <a:bodyPr wrap="square" lIns="0" tIns="0" rIns="0" bIns="0" rtlCol="0" anchor="t"/>
          <a:lstStyle/>
          <a:p>
            <a:pPr indent="0" marL="0">
              <a:buNone/>
            </a:pPr>
            <a:r>
              <a:rPr lang="en-US" sz="1450" dirty="0">
                <a:solidFill>
                  <a:srgbClr val="EADBC0"/>
                </a:solidFill>
                <a:latin typeface="Calibri" pitchFamily="34" charset="0"/>
                <a:ea typeface="Calibri" pitchFamily="34" charset="-122"/>
                <a:cs typeface="Calibri" pitchFamily="34" charset="-120"/>
              </a:rPr>
              <a:t>Femeie-faraon; templul de la Deir el-Bahari</a:t>
            </a:r>
            <a:endParaRPr lang="en-US" sz="1450" dirty="0"/>
          </a:p>
        </p:txBody>
      </p:sp>
      <p:sp>
        <p:nvSpPr>
          <p:cNvPr id="17" name="pc2"/>
          <p:cNvSpPr/>
          <p:nvPr/>
        </p:nvSpPr>
        <p:spPr>
          <a:xfrm>
            <a:off x="4983480" y="3931920"/>
            <a:ext cx="3246120" cy="2331720"/>
          </a:xfrm>
          <a:prstGeom prst="roundRect">
            <a:avLst>
              <a:gd name="adj" fmla="val 4706"/>
            </a:avLst>
          </a:prstGeom>
          <a:solidFill>
            <a:srgbClr val="16263D"/>
          </a:solidFill>
          <a:ln w="12700">
            <a:solidFill>
              <a:srgbClr val="1D3150"/>
            </a:solidFill>
            <a:prstDash val="solid"/>
          </a:ln>
        </p:spPr>
      </p:sp>
      <p:sp>
        <p:nvSpPr>
          <p:cNvPr id="18" name="pi2_c"/>
          <p:cNvSpPr/>
          <p:nvPr/>
        </p:nvSpPr>
        <p:spPr>
          <a:xfrm>
            <a:off x="5257800" y="4206240"/>
            <a:ext cx="731520" cy="731520"/>
          </a:xfrm>
          <a:prstGeom prst="ellipse">
            <a:avLst/>
          </a:prstGeom>
          <a:solidFill>
            <a:srgbClr val="D4A537"/>
          </a:solidFill>
          <a:ln w="19050">
            <a:solidFill>
              <a:srgbClr val="D4A537"/>
            </a:solidFill>
            <a:prstDash val="solid"/>
          </a:ln>
        </p:spPr>
      </p:sp>
      <p:pic>
        <p:nvPicPr>
          <p:cNvPr id="19" name="pi2_i" descr="preencoded.png">    </p:cNvPr>
          <p:cNvPicPr>
            <a:picLocks noChangeAspect="1"/>
          </p:cNvPicPr>
          <p:nvPr/>
        </p:nvPicPr>
        <p:blipFill>
          <a:blip r:embed="rId5"/>
          <a:stretch>
            <a:fillRect/>
          </a:stretch>
        </p:blipFill>
        <p:spPr>
          <a:xfrm>
            <a:off x="5404104" y="4352544"/>
            <a:ext cx="438912" cy="438912"/>
          </a:xfrm>
          <a:prstGeom prst="rect">
            <a:avLst/>
          </a:prstGeom>
        </p:spPr>
      </p:pic>
      <p:sp>
        <p:nvSpPr>
          <p:cNvPr id="20" name="ph2"/>
          <p:cNvSpPr txBox="1"/>
          <p:nvPr/>
        </p:nvSpPr>
        <p:spPr>
          <a:xfrm>
            <a:off x="6126480" y="4187952"/>
            <a:ext cx="2011680" cy="822960"/>
          </a:xfrm>
          <a:prstGeom prst="rect">
            <a:avLst/>
          </a:prstGeom>
          <a:noFill/>
          <a:ln/>
        </p:spPr>
        <p:txBody>
          <a:bodyPr wrap="square" lIns="0" tIns="0" rIns="0" bIns="0" rtlCol="0" anchor="ctr"/>
          <a:lstStyle/>
          <a:p>
            <a:pPr indent="0" marL="0">
              <a:buNone/>
            </a:pPr>
            <a:r>
              <a:rPr lang="en-US" sz="1700" b="1" dirty="0">
                <a:solidFill>
                  <a:srgbClr val="FFFFFF"/>
                </a:solidFill>
                <a:latin typeface="Bookman Old Style" pitchFamily="34" charset="0"/>
                <a:ea typeface="Bookman Old Style" pitchFamily="34" charset="-122"/>
                <a:cs typeface="Bookman Old Style" pitchFamily="34" charset="-120"/>
              </a:rPr>
              <a:t>Ramses al II-lea</a:t>
            </a:r>
            <a:endParaRPr lang="en-US" sz="1700" dirty="0"/>
          </a:p>
          <a:p>
            <a:pPr indent="0" marL="0">
              <a:buNone/>
            </a:pPr>
            <a:r>
              <a:rPr lang="en-US" sz="1200" b="1" dirty="0">
                <a:solidFill>
                  <a:srgbClr val="D4A537"/>
                </a:solidFill>
                <a:latin typeface="Calibri" pitchFamily="34" charset="0"/>
                <a:ea typeface="Calibri" pitchFamily="34" charset="-122"/>
                <a:cs typeface="Calibri" pitchFamily="34" charset="-120"/>
              </a:rPr>
              <a:t>1279–1213 î.Hr.</a:t>
            </a:r>
            <a:endParaRPr lang="en-US" sz="1700" dirty="0"/>
          </a:p>
        </p:txBody>
      </p:sp>
      <p:sp>
        <p:nvSpPr>
          <p:cNvPr id="21" name="pd2"/>
          <p:cNvSpPr txBox="1"/>
          <p:nvPr/>
        </p:nvSpPr>
        <p:spPr>
          <a:xfrm>
            <a:off x="5257800" y="5166360"/>
            <a:ext cx="2743200" cy="868680"/>
          </a:xfrm>
          <a:prstGeom prst="rect">
            <a:avLst/>
          </a:prstGeom>
          <a:noFill/>
          <a:ln/>
        </p:spPr>
        <p:txBody>
          <a:bodyPr wrap="square" lIns="0" tIns="0" rIns="0" bIns="0" rtlCol="0" anchor="t"/>
          <a:lstStyle/>
          <a:p>
            <a:pPr indent="0" marL="0">
              <a:buNone/>
            </a:pPr>
            <a:r>
              <a:rPr lang="en-US" sz="1450" dirty="0">
                <a:solidFill>
                  <a:srgbClr val="EADBC0"/>
                </a:solidFill>
                <a:latin typeface="Calibri" pitchFamily="34" charset="0"/>
                <a:ea typeface="Calibri" pitchFamily="34" charset="-122"/>
                <a:cs typeface="Calibri" pitchFamily="34" charset="-120"/>
              </a:rPr>
              <a:t>Domnie de 66 de ani; templele de la Abu Simbel</a:t>
            </a:r>
            <a:endParaRPr lang="en-US" sz="1450" dirty="0"/>
          </a:p>
        </p:txBody>
      </p:sp>
      <p:sp>
        <p:nvSpPr>
          <p:cNvPr id="22" name="pc3"/>
          <p:cNvSpPr/>
          <p:nvPr/>
        </p:nvSpPr>
        <p:spPr>
          <a:xfrm>
            <a:off x="8458200" y="3931920"/>
            <a:ext cx="3246120" cy="2331720"/>
          </a:xfrm>
          <a:prstGeom prst="roundRect">
            <a:avLst>
              <a:gd name="adj" fmla="val 4706"/>
            </a:avLst>
          </a:prstGeom>
          <a:solidFill>
            <a:srgbClr val="16263D"/>
          </a:solidFill>
          <a:ln w="12700">
            <a:solidFill>
              <a:srgbClr val="1D3150"/>
            </a:solidFill>
            <a:prstDash val="solid"/>
          </a:ln>
        </p:spPr>
      </p:sp>
      <p:sp>
        <p:nvSpPr>
          <p:cNvPr id="23" name="pi3_c"/>
          <p:cNvSpPr/>
          <p:nvPr/>
        </p:nvSpPr>
        <p:spPr>
          <a:xfrm>
            <a:off x="8732520" y="4206240"/>
            <a:ext cx="731520" cy="731520"/>
          </a:xfrm>
          <a:prstGeom prst="ellipse">
            <a:avLst/>
          </a:prstGeom>
          <a:solidFill>
            <a:srgbClr val="D4A537"/>
          </a:solidFill>
          <a:ln w="19050">
            <a:solidFill>
              <a:srgbClr val="D4A537"/>
            </a:solidFill>
            <a:prstDash val="solid"/>
          </a:ln>
        </p:spPr>
      </p:sp>
      <p:pic>
        <p:nvPicPr>
          <p:cNvPr id="24" name="pi3_i" descr="preencoded.png">    </p:cNvPr>
          <p:cNvPicPr>
            <a:picLocks noChangeAspect="1"/>
          </p:cNvPicPr>
          <p:nvPr/>
        </p:nvPicPr>
        <p:blipFill>
          <a:blip r:embed="rId6"/>
          <a:stretch>
            <a:fillRect/>
          </a:stretch>
        </p:blipFill>
        <p:spPr>
          <a:xfrm>
            <a:off x="8878824" y="4352544"/>
            <a:ext cx="438912" cy="438912"/>
          </a:xfrm>
          <a:prstGeom prst="rect">
            <a:avLst/>
          </a:prstGeom>
        </p:spPr>
      </p:pic>
      <p:sp>
        <p:nvSpPr>
          <p:cNvPr id="25" name="ph3"/>
          <p:cNvSpPr txBox="1"/>
          <p:nvPr/>
        </p:nvSpPr>
        <p:spPr>
          <a:xfrm>
            <a:off x="9601200" y="4187952"/>
            <a:ext cx="2011680" cy="822960"/>
          </a:xfrm>
          <a:prstGeom prst="rect">
            <a:avLst/>
          </a:prstGeom>
          <a:noFill/>
          <a:ln/>
        </p:spPr>
        <p:txBody>
          <a:bodyPr wrap="square" lIns="0" tIns="0" rIns="0" bIns="0" rtlCol="0" anchor="ctr"/>
          <a:lstStyle/>
          <a:p>
            <a:pPr indent="0" marL="0">
              <a:buNone/>
            </a:pPr>
            <a:r>
              <a:rPr lang="en-US" sz="1700" b="1" dirty="0">
                <a:solidFill>
                  <a:srgbClr val="FFFFFF"/>
                </a:solidFill>
                <a:latin typeface="Bookman Old Style" pitchFamily="34" charset="0"/>
                <a:ea typeface="Bookman Old Style" pitchFamily="34" charset="-122"/>
                <a:cs typeface="Bookman Old Style" pitchFamily="34" charset="-120"/>
              </a:rPr>
              <a:t>Tutankamon</a:t>
            </a:r>
            <a:endParaRPr lang="en-US" sz="1700" dirty="0"/>
          </a:p>
          <a:p>
            <a:pPr indent="0" marL="0">
              <a:buNone/>
            </a:pPr>
            <a:r>
              <a:rPr lang="en-US" sz="1200" b="1" dirty="0">
                <a:solidFill>
                  <a:srgbClr val="D4A537"/>
                </a:solidFill>
                <a:latin typeface="Calibri" pitchFamily="34" charset="0"/>
                <a:ea typeface="Calibri" pitchFamily="34" charset="-122"/>
                <a:cs typeface="Calibri" pitchFamily="34" charset="-120"/>
              </a:rPr>
              <a:t>cca 1332–1323 î.Hr.</a:t>
            </a:r>
            <a:endParaRPr lang="en-US" sz="1700" dirty="0"/>
          </a:p>
        </p:txBody>
      </p:sp>
      <p:sp>
        <p:nvSpPr>
          <p:cNvPr id="26" name="pd3"/>
          <p:cNvSpPr txBox="1"/>
          <p:nvPr/>
        </p:nvSpPr>
        <p:spPr>
          <a:xfrm>
            <a:off x="8732520" y="5166360"/>
            <a:ext cx="2743200" cy="868680"/>
          </a:xfrm>
          <a:prstGeom prst="rect">
            <a:avLst/>
          </a:prstGeom>
          <a:noFill/>
          <a:ln/>
        </p:spPr>
        <p:txBody>
          <a:bodyPr wrap="square" lIns="0" tIns="0" rIns="0" bIns="0" rtlCol="0" anchor="t"/>
          <a:lstStyle/>
          <a:p>
            <a:pPr indent="0" marL="0">
              <a:buNone/>
            </a:pPr>
            <a:r>
              <a:rPr lang="en-US" sz="1450" dirty="0">
                <a:solidFill>
                  <a:srgbClr val="EADBC0"/>
                </a:solidFill>
                <a:latin typeface="Calibri" pitchFamily="34" charset="0"/>
                <a:ea typeface="Calibri" pitchFamily="34" charset="-122"/>
                <a:cs typeface="Calibri" pitchFamily="34" charset="-120"/>
              </a:rPr>
              <a:t>Mormânt aproape intact, descoperit în 1922</a:t>
            </a:r>
            <a:endParaRPr lang="en-US" sz="1450" dirty="0"/>
          </a:p>
        </p:txBody>
      </p:sp>
    </p:spTree>
  </p:cSld>
  <p:clrMapOvr>
    <a:masterClrMapping/>
  </p:clrMapOvr>
  <p:transition spd="slow">
    <p:cover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00" fill="hold" decel="100000"/>
                                        <p:tgtEl>
                                          <p:spTgt spid="3"/>
                                        </p:tgtEl>
                                        <p:attrNameLst>
                                          <p:attrName>ppt_x</p:attrName>
                                        </p:attrNameLst>
                                      </p:cBhvr>
                                      <p:tavLst>
                                        <p:tav tm="0">
                                          <p:val>
                                            <p:strVal val="0-#ppt_w/2"/>
                                          </p:val>
                                        </p:tav>
                                        <p:tav tm="100000">
                                          <p:val>
                                            <p:strVal val="#ppt_x"/>
                                          </p:val>
                                        </p:tav>
                                      </p:tavLst>
                                    </p:anim>
                                    <p:anim calcmode="lin" valueType="num">
                                      <p:cBhvr additive="base">
                                        <p:cTn id="8" dur="700" fill="hold" decel="100000"/>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150"/>
                            </p:stCondLst>
                            <p:childTnLst>
                              <p:par>
                                <p:cTn id="10" presetID="10" presetClass="entr" presetSubtype="0"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53" presetClass="entr" presetSubtype="16"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700" fill="hold" decel="100000"/>
                                        <p:tgtEl>
                                          <p:spTgt spid="5"/>
                                        </p:tgtEl>
                                        <p:attrNameLst>
                                          <p:attrName>ppt_w</p:attrName>
                                        </p:attrNameLst>
                                      </p:cBhvr>
                                      <p:tavLst>
                                        <p:tav tm="0">
                                          <p:val>
                                            <p:strVal val="0"/>
                                          </p:val>
                                        </p:tav>
                                        <p:tav tm="100000">
                                          <p:val>
                                            <p:strVal val="#ppt_w"/>
                                          </p:val>
                                        </p:tav>
                                      </p:tavLst>
                                    </p:anim>
                                    <p:anim calcmode="lin" valueType="num">
                                      <p:cBhvr additive="base">
                                        <p:cTn id="16" dur="700" fill="hold" decel="100000"/>
                                        <p:tgtEl>
                                          <p:spTgt spid="5"/>
                                        </p:tgtEl>
                                        <p:attrNameLst>
                                          <p:attrName>ppt_h</p:attrName>
                                        </p:attrNameLst>
                                      </p:cBhvr>
                                      <p:tavLst>
                                        <p:tav tm="0">
                                          <p:val>
                                            <p:strVal val="0"/>
                                          </p:val>
                                        </p:tav>
                                        <p:tav tm="100000">
                                          <p:val>
                                            <p:strVal val="#ppt_h"/>
                                          </p:val>
                                        </p:tav>
                                      </p:tavLst>
                                    </p:anim>
                                    <p:animEffect transition="in" filter="fade">
                                      <p:cBhvr>
                                        <p:cTn id="17" dur="700"/>
                                        <p:tgtEl>
                                          <p:spTgt spid="5"/>
                                        </p:tgtEl>
                                      </p:cBhvr>
                                    </p:animEffect>
                                  </p:childTnLst>
                                </p:cTn>
                              </p:par>
                            </p:childTnLst>
                          </p:cTn>
                        </p:par>
                        <p:par>
                          <p:cTn id="18" fill="hold">
                            <p:stCondLst>
                              <p:cond delay="900"/>
                            </p:stCondLst>
                            <p:childTnLst>
                              <p:par>
                                <p:cTn id="19" presetID="53" presetClass="entr" presetSubtype="16"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600" fill="hold" decel="100000"/>
                                        <p:tgtEl>
                                          <p:spTgt spid="7"/>
                                        </p:tgtEl>
                                        <p:attrNameLst>
                                          <p:attrName>ppt_w</p:attrName>
                                        </p:attrNameLst>
                                      </p:cBhvr>
                                      <p:tavLst>
                                        <p:tav tm="0">
                                          <p:val>
                                            <p:strVal val="0"/>
                                          </p:val>
                                        </p:tav>
                                        <p:tav tm="100000">
                                          <p:val>
                                            <p:strVal val="#ppt_w"/>
                                          </p:val>
                                        </p:tav>
                                      </p:tavLst>
                                    </p:anim>
                                    <p:anim calcmode="lin" valueType="num">
                                      <p:cBhvr additive="base">
                                        <p:cTn id="22" dur="600" fill="hold" decel="100000"/>
                                        <p:tgtEl>
                                          <p:spTgt spid="7"/>
                                        </p:tgtEl>
                                        <p:attrNameLst>
                                          <p:attrName>ppt_h</p:attrName>
                                        </p:attrNameLst>
                                      </p:cBhvr>
                                      <p:tavLst>
                                        <p:tav tm="0">
                                          <p:val>
                                            <p:strVal val="0"/>
                                          </p:val>
                                        </p:tav>
                                        <p:tav tm="100000">
                                          <p:val>
                                            <p:strVal val="#ppt_h"/>
                                          </p:val>
                                        </p:tav>
                                      </p:tavLst>
                                    </p:anim>
                                    <p:animEffect transition="in" filter="fade">
                                      <p:cBhvr>
                                        <p:cTn id="23" dur="600"/>
                                        <p:tgtEl>
                                          <p:spTgt spid="7"/>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 calcmode="lin" valueType="num">
                                      <p:cBhvr additive="base">
                                        <p:cTn id="26" dur="600" fill="hold" decel="100000"/>
                                        <p:tgtEl>
                                          <p:spTgt spid="10"/>
                                        </p:tgtEl>
                                        <p:attrNameLst>
                                          <p:attrName>ppt_w</p:attrName>
                                        </p:attrNameLst>
                                      </p:cBhvr>
                                      <p:tavLst>
                                        <p:tav tm="0">
                                          <p:val>
                                            <p:strVal val="0"/>
                                          </p:val>
                                        </p:tav>
                                        <p:tav tm="100000">
                                          <p:val>
                                            <p:strVal val="#ppt_w"/>
                                          </p:val>
                                        </p:tav>
                                      </p:tavLst>
                                    </p:anim>
                                    <p:anim calcmode="lin" valueType="num">
                                      <p:cBhvr additive="base">
                                        <p:cTn id="27" dur="600" fill="hold" decel="100000"/>
                                        <p:tgtEl>
                                          <p:spTgt spid="10"/>
                                        </p:tgtEl>
                                        <p:attrNameLst>
                                          <p:attrName>ppt_h</p:attrName>
                                        </p:attrNameLst>
                                      </p:cBhvr>
                                      <p:tavLst>
                                        <p:tav tm="0">
                                          <p:val>
                                            <p:strVal val="0"/>
                                          </p:val>
                                        </p:tav>
                                        <p:tav tm="100000">
                                          <p:val>
                                            <p:strVal val="#ppt_h"/>
                                          </p:val>
                                        </p:tav>
                                      </p:tavLst>
                                    </p:anim>
                                    <p:animEffect transition="in" filter="fade">
                                      <p:cBhvr>
                                        <p:cTn id="28" dur="600"/>
                                        <p:tgtEl>
                                          <p:spTgt spid="10"/>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600" fill="hold" decel="100000"/>
                                        <p:tgtEl>
                                          <p:spTgt spid="11"/>
                                        </p:tgtEl>
                                        <p:attrNameLst>
                                          <p:attrName>ppt_w</p:attrName>
                                        </p:attrNameLst>
                                      </p:cBhvr>
                                      <p:tavLst>
                                        <p:tav tm="0">
                                          <p:val>
                                            <p:strVal val="0"/>
                                          </p:val>
                                        </p:tav>
                                        <p:tav tm="100000">
                                          <p:val>
                                            <p:strVal val="#ppt_w"/>
                                          </p:val>
                                        </p:tav>
                                      </p:tavLst>
                                    </p:anim>
                                    <p:anim calcmode="lin" valueType="num">
                                      <p:cBhvr additive="base">
                                        <p:cTn id="32" dur="600" fill="hold" decel="100000"/>
                                        <p:tgtEl>
                                          <p:spTgt spid="11"/>
                                        </p:tgtEl>
                                        <p:attrNameLst>
                                          <p:attrName>ppt_h</p:attrName>
                                        </p:attrNameLst>
                                      </p:cBhvr>
                                      <p:tavLst>
                                        <p:tav tm="0">
                                          <p:val>
                                            <p:strVal val="0"/>
                                          </p:val>
                                        </p:tav>
                                        <p:tav tm="100000">
                                          <p:val>
                                            <p:strVal val="#ppt_h"/>
                                          </p:val>
                                        </p:tav>
                                      </p:tavLst>
                                    </p:anim>
                                    <p:animEffect transition="in" filter="fade">
                                      <p:cBhvr>
                                        <p:cTn id="33" dur="600"/>
                                        <p:tgtEl>
                                          <p:spTgt spid="11"/>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600" fill="hold" decel="100000"/>
                                        <p:tgtEl>
                                          <p:spTgt spid="8"/>
                                        </p:tgtEl>
                                        <p:attrNameLst>
                                          <p:attrName>ppt_w</p:attrName>
                                        </p:attrNameLst>
                                      </p:cBhvr>
                                      <p:tavLst>
                                        <p:tav tm="0">
                                          <p:val>
                                            <p:strVal val="0"/>
                                          </p:val>
                                        </p:tav>
                                        <p:tav tm="100000">
                                          <p:val>
                                            <p:strVal val="#ppt_w"/>
                                          </p:val>
                                        </p:tav>
                                      </p:tavLst>
                                    </p:anim>
                                    <p:anim calcmode="lin" valueType="num">
                                      <p:cBhvr additive="base">
                                        <p:cTn id="37" dur="600" fill="hold" decel="100000"/>
                                        <p:tgtEl>
                                          <p:spTgt spid="8"/>
                                        </p:tgtEl>
                                        <p:attrNameLst>
                                          <p:attrName>ppt_h</p:attrName>
                                        </p:attrNameLst>
                                      </p:cBhvr>
                                      <p:tavLst>
                                        <p:tav tm="0">
                                          <p:val>
                                            <p:strVal val="0"/>
                                          </p:val>
                                        </p:tav>
                                        <p:tav tm="100000">
                                          <p:val>
                                            <p:strVal val="#ppt_h"/>
                                          </p:val>
                                        </p:tav>
                                      </p:tavLst>
                                    </p:anim>
                                    <p:animEffect transition="in" filter="fade">
                                      <p:cBhvr>
                                        <p:cTn id="38" dur="600"/>
                                        <p:tgtEl>
                                          <p:spTgt spid="8"/>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anim calcmode="lin" valueType="num">
                                      <p:cBhvr additive="base">
                                        <p:cTn id="41" dur="600" fill="hold" decel="100000"/>
                                        <p:tgtEl>
                                          <p:spTgt spid="9"/>
                                        </p:tgtEl>
                                        <p:attrNameLst>
                                          <p:attrName>ppt_w</p:attrName>
                                        </p:attrNameLst>
                                      </p:cBhvr>
                                      <p:tavLst>
                                        <p:tav tm="0">
                                          <p:val>
                                            <p:strVal val="0"/>
                                          </p:val>
                                        </p:tav>
                                        <p:tav tm="100000">
                                          <p:val>
                                            <p:strVal val="#ppt_w"/>
                                          </p:val>
                                        </p:tav>
                                      </p:tavLst>
                                    </p:anim>
                                    <p:anim calcmode="lin" valueType="num">
                                      <p:cBhvr additive="base">
                                        <p:cTn id="42" dur="600" fill="hold" decel="100000"/>
                                        <p:tgtEl>
                                          <p:spTgt spid="9"/>
                                        </p:tgtEl>
                                        <p:attrNameLst>
                                          <p:attrName>ppt_h</p:attrName>
                                        </p:attrNameLst>
                                      </p:cBhvr>
                                      <p:tavLst>
                                        <p:tav tm="0">
                                          <p:val>
                                            <p:strVal val="0"/>
                                          </p:val>
                                        </p:tav>
                                        <p:tav tm="100000">
                                          <p:val>
                                            <p:strVal val="#ppt_h"/>
                                          </p:val>
                                        </p:tav>
                                      </p:tavLst>
                                    </p:anim>
                                    <p:animEffect transition="in" filter="fade">
                                      <p:cBhvr>
                                        <p:cTn id="43" dur="600"/>
                                        <p:tgtEl>
                                          <p:spTgt spid="9"/>
                                        </p:tgtEl>
                                      </p:cBhvr>
                                    </p:animEffect>
                                  </p:childTnLst>
                                </p:cTn>
                              </p:par>
                            </p:childTnLst>
                          </p:cTn>
                        </p:par>
                        <p:par>
                          <p:cTn id="44" fill="hold">
                            <p:stCondLst>
                              <p:cond delay="1500"/>
                            </p:stCondLst>
                            <p:childTnLst>
                              <p:par>
                                <p:cTn id="45" presetID="53" presetClass="entr" presetSubtype="16" fill="hold" grpId="0" nodeType="afterEffect">
                                  <p:stCondLst>
                                    <p:cond delay="0"/>
                                  </p:stCondLst>
                                  <p:childTnLst>
                                    <p:set>
                                      <p:cBhvr>
                                        <p:cTn id="46" dur="1" fill="hold">
                                          <p:stCondLst>
                                            <p:cond delay="0"/>
                                          </p:stCondLst>
                                        </p:cTn>
                                        <p:tgtEl>
                                          <p:spTgt spid="12"/>
                                        </p:tgtEl>
                                        <p:attrNameLst>
                                          <p:attrName>style.visibility</p:attrName>
                                        </p:attrNameLst>
                                      </p:cBhvr>
                                      <p:to>
                                        <p:strVal val="visible"/>
                                      </p:to>
                                    </p:set>
                                    <p:anim calcmode="lin" valueType="num">
                                      <p:cBhvr additive="base">
                                        <p:cTn id="47" dur="600" fill="hold" decel="100000"/>
                                        <p:tgtEl>
                                          <p:spTgt spid="12"/>
                                        </p:tgtEl>
                                        <p:attrNameLst>
                                          <p:attrName>ppt_w</p:attrName>
                                        </p:attrNameLst>
                                      </p:cBhvr>
                                      <p:tavLst>
                                        <p:tav tm="0">
                                          <p:val>
                                            <p:strVal val="0"/>
                                          </p:val>
                                        </p:tav>
                                        <p:tav tm="100000">
                                          <p:val>
                                            <p:strVal val="#ppt_w"/>
                                          </p:val>
                                        </p:tav>
                                      </p:tavLst>
                                    </p:anim>
                                    <p:anim calcmode="lin" valueType="num">
                                      <p:cBhvr additive="base">
                                        <p:cTn id="48" dur="600" fill="hold" decel="100000"/>
                                        <p:tgtEl>
                                          <p:spTgt spid="12"/>
                                        </p:tgtEl>
                                        <p:attrNameLst>
                                          <p:attrName>ppt_h</p:attrName>
                                        </p:attrNameLst>
                                      </p:cBhvr>
                                      <p:tavLst>
                                        <p:tav tm="0">
                                          <p:val>
                                            <p:strVal val="0"/>
                                          </p:val>
                                        </p:tav>
                                        <p:tav tm="100000">
                                          <p:val>
                                            <p:strVal val="#ppt_h"/>
                                          </p:val>
                                        </p:tav>
                                      </p:tavLst>
                                    </p:anim>
                                    <p:animEffect transition="in" filter="fade">
                                      <p:cBhvr>
                                        <p:cTn id="49" dur="600"/>
                                        <p:tgtEl>
                                          <p:spTgt spid="12"/>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15"/>
                                        </p:tgtEl>
                                        <p:attrNameLst>
                                          <p:attrName>style.visibility</p:attrName>
                                        </p:attrNameLst>
                                      </p:cBhvr>
                                      <p:to>
                                        <p:strVal val="visible"/>
                                      </p:to>
                                    </p:set>
                                    <p:anim calcmode="lin" valueType="num">
                                      <p:cBhvr additive="base">
                                        <p:cTn id="52" dur="600" fill="hold" decel="100000"/>
                                        <p:tgtEl>
                                          <p:spTgt spid="15"/>
                                        </p:tgtEl>
                                        <p:attrNameLst>
                                          <p:attrName>ppt_w</p:attrName>
                                        </p:attrNameLst>
                                      </p:cBhvr>
                                      <p:tavLst>
                                        <p:tav tm="0">
                                          <p:val>
                                            <p:strVal val="0"/>
                                          </p:val>
                                        </p:tav>
                                        <p:tav tm="100000">
                                          <p:val>
                                            <p:strVal val="#ppt_w"/>
                                          </p:val>
                                        </p:tav>
                                      </p:tavLst>
                                    </p:anim>
                                    <p:anim calcmode="lin" valueType="num">
                                      <p:cBhvr additive="base">
                                        <p:cTn id="53" dur="600" fill="hold" decel="100000"/>
                                        <p:tgtEl>
                                          <p:spTgt spid="15"/>
                                        </p:tgtEl>
                                        <p:attrNameLst>
                                          <p:attrName>ppt_h</p:attrName>
                                        </p:attrNameLst>
                                      </p:cBhvr>
                                      <p:tavLst>
                                        <p:tav tm="0">
                                          <p:val>
                                            <p:strVal val="0"/>
                                          </p:val>
                                        </p:tav>
                                        <p:tav tm="100000">
                                          <p:val>
                                            <p:strVal val="#ppt_h"/>
                                          </p:val>
                                        </p:tav>
                                      </p:tavLst>
                                    </p:anim>
                                    <p:animEffect transition="in" filter="fade">
                                      <p:cBhvr>
                                        <p:cTn id="54" dur="600"/>
                                        <p:tgtEl>
                                          <p:spTgt spid="15"/>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anim calcmode="lin" valueType="num">
                                      <p:cBhvr additive="base">
                                        <p:cTn id="57" dur="600" fill="hold" decel="100000"/>
                                        <p:tgtEl>
                                          <p:spTgt spid="16"/>
                                        </p:tgtEl>
                                        <p:attrNameLst>
                                          <p:attrName>ppt_w</p:attrName>
                                        </p:attrNameLst>
                                      </p:cBhvr>
                                      <p:tavLst>
                                        <p:tav tm="0">
                                          <p:val>
                                            <p:strVal val="0"/>
                                          </p:val>
                                        </p:tav>
                                        <p:tav tm="100000">
                                          <p:val>
                                            <p:strVal val="#ppt_w"/>
                                          </p:val>
                                        </p:tav>
                                      </p:tavLst>
                                    </p:anim>
                                    <p:anim calcmode="lin" valueType="num">
                                      <p:cBhvr additive="base">
                                        <p:cTn id="58" dur="600" fill="hold" decel="100000"/>
                                        <p:tgtEl>
                                          <p:spTgt spid="16"/>
                                        </p:tgtEl>
                                        <p:attrNameLst>
                                          <p:attrName>ppt_h</p:attrName>
                                        </p:attrNameLst>
                                      </p:cBhvr>
                                      <p:tavLst>
                                        <p:tav tm="0">
                                          <p:val>
                                            <p:strVal val="0"/>
                                          </p:val>
                                        </p:tav>
                                        <p:tav tm="100000">
                                          <p:val>
                                            <p:strVal val="#ppt_h"/>
                                          </p:val>
                                        </p:tav>
                                      </p:tavLst>
                                    </p:anim>
                                    <p:animEffect transition="in" filter="fade">
                                      <p:cBhvr>
                                        <p:cTn id="59" dur="600"/>
                                        <p:tgtEl>
                                          <p:spTgt spid="16"/>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600" fill="hold" decel="100000"/>
                                        <p:tgtEl>
                                          <p:spTgt spid="13"/>
                                        </p:tgtEl>
                                        <p:attrNameLst>
                                          <p:attrName>ppt_w</p:attrName>
                                        </p:attrNameLst>
                                      </p:cBhvr>
                                      <p:tavLst>
                                        <p:tav tm="0">
                                          <p:val>
                                            <p:strVal val="0"/>
                                          </p:val>
                                        </p:tav>
                                        <p:tav tm="100000">
                                          <p:val>
                                            <p:strVal val="#ppt_w"/>
                                          </p:val>
                                        </p:tav>
                                      </p:tavLst>
                                    </p:anim>
                                    <p:anim calcmode="lin" valueType="num">
                                      <p:cBhvr additive="base">
                                        <p:cTn id="63" dur="600" fill="hold" decel="100000"/>
                                        <p:tgtEl>
                                          <p:spTgt spid="13"/>
                                        </p:tgtEl>
                                        <p:attrNameLst>
                                          <p:attrName>ppt_h</p:attrName>
                                        </p:attrNameLst>
                                      </p:cBhvr>
                                      <p:tavLst>
                                        <p:tav tm="0">
                                          <p:val>
                                            <p:strVal val="0"/>
                                          </p:val>
                                        </p:tav>
                                        <p:tav tm="100000">
                                          <p:val>
                                            <p:strVal val="#ppt_h"/>
                                          </p:val>
                                        </p:tav>
                                      </p:tavLst>
                                    </p:anim>
                                    <p:animEffect transition="in" filter="fade">
                                      <p:cBhvr>
                                        <p:cTn id="64" dur="600"/>
                                        <p:tgtEl>
                                          <p:spTgt spid="13"/>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600" fill="hold" decel="100000"/>
                                        <p:tgtEl>
                                          <p:spTgt spid="14"/>
                                        </p:tgtEl>
                                        <p:attrNameLst>
                                          <p:attrName>ppt_w</p:attrName>
                                        </p:attrNameLst>
                                      </p:cBhvr>
                                      <p:tavLst>
                                        <p:tav tm="0">
                                          <p:val>
                                            <p:strVal val="0"/>
                                          </p:val>
                                        </p:tav>
                                        <p:tav tm="100000">
                                          <p:val>
                                            <p:strVal val="#ppt_w"/>
                                          </p:val>
                                        </p:tav>
                                      </p:tavLst>
                                    </p:anim>
                                    <p:anim calcmode="lin" valueType="num">
                                      <p:cBhvr additive="base">
                                        <p:cTn id="68" dur="600" fill="hold" decel="100000"/>
                                        <p:tgtEl>
                                          <p:spTgt spid="14"/>
                                        </p:tgtEl>
                                        <p:attrNameLst>
                                          <p:attrName>ppt_h</p:attrName>
                                        </p:attrNameLst>
                                      </p:cBhvr>
                                      <p:tavLst>
                                        <p:tav tm="0">
                                          <p:val>
                                            <p:strVal val="0"/>
                                          </p:val>
                                        </p:tav>
                                        <p:tav tm="100000">
                                          <p:val>
                                            <p:strVal val="#ppt_h"/>
                                          </p:val>
                                        </p:tav>
                                      </p:tavLst>
                                    </p:anim>
                                    <p:animEffect transition="in" filter="fade">
                                      <p:cBhvr>
                                        <p:cTn id="69" dur="600"/>
                                        <p:tgtEl>
                                          <p:spTgt spid="14"/>
                                        </p:tgtEl>
                                      </p:cBhvr>
                                    </p:animEffect>
                                  </p:childTnLst>
                                </p:cTn>
                              </p:par>
                            </p:childTnLst>
                          </p:cTn>
                        </p:par>
                        <p:par>
                          <p:cTn id="70" fill="hold">
                            <p:stCondLst>
                              <p:cond delay="2100"/>
                            </p:stCondLst>
                            <p:childTnLst>
                              <p:par>
                                <p:cTn id="71" presetID="53" presetClass="entr" presetSubtype="16" fill="hold" grpId="0" nodeType="afterEffect">
                                  <p:stCondLst>
                                    <p:cond delay="0"/>
                                  </p:stCondLst>
                                  <p:childTnLst>
                                    <p:set>
                                      <p:cBhvr>
                                        <p:cTn id="72" dur="1" fill="hold">
                                          <p:stCondLst>
                                            <p:cond delay="0"/>
                                          </p:stCondLst>
                                        </p:cTn>
                                        <p:tgtEl>
                                          <p:spTgt spid="17"/>
                                        </p:tgtEl>
                                        <p:attrNameLst>
                                          <p:attrName>style.visibility</p:attrName>
                                        </p:attrNameLst>
                                      </p:cBhvr>
                                      <p:to>
                                        <p:strVal val="visible"/>
                                      </p:to>
                                    </p:set>
                                    <p:anim calcmode="lin" valueType="num">
                                      <p:cBhvr additive="base">
                                        <p:cTn id="73" dur="600" fill="hold" decel="100000"/>
                                        <p:tgtEl>
                                          <p:spTgt spid="17"/>
                                        </p:tgtEl>
                                        <p:attrNameLst>
                                          <p:attrName>ppt_w</p:attrName>
                                        </p:attrNameLst>
                                      </p:cBhvr>
                                      <p:tavLst>
                                        <p:tav tm="0">
                                          <p:val>
                                            <p:strVal val="0"/>
                                          </p:val>
                                        </p:tav>
                                        <p:tav tm="100000">
                                          <p:val>
                                            <p:strVal val="#ppt_w"/>
                                          </p:val>
                                        </p:tav>
                                      </p:tavLst>
                                    </p:anim>
                                    <p:anim calcmode="lin" valueType="num">
                                      <p:cBhvr additive="base">
                                        <p:cTn id="74" dur="600" fill="hold" decel="100000"/>
                                        <p:tgtEl>
                                          <p:spTgt spid="17"/>
                                        </p:tgtEl>
                                        <p:attrNameLst>
                                          <p:attrName>ppt_h</p:attrName>
                                        </p:attrNameLst>
                                      </p:cBhvr>
                                      <p:tavLst>
                                        <p:tav tm="0">
                                          <p:val>
                                            <p:strVal val="0"/>
                                          </p:val>
                                        </p:tav>
                                        <p:tav tm="100000">
                                          <p:val>
                                            <p:strVal val="#ppt_h"/>
                                          </p:val>
                                        </p:tav>
                                      </p:tavLst>
                                    </p:anim>
                                    <p:animEffect transition="in" filter="fade">
                                      <p:cBhvr>
                                        <p:cTn id="75" dur="600"/>
                                        <p:tgtEl>
                                          <p:spTgt spid="17"/>
                                        </p:tgtEl>
                                      </p:cBhvr>
                                    </p:animEffect>
                                  </p:childTnLst>
                                </p:cTn>
                              </p:par>
                              <p:par>
                                <p:cTn id="76" presetID="53" presetClass="entr" presetSubtype="16" fill="hold" grpId="0" nodeType="withEffect">
                                  <p:stCondLst>
                                    <p:cond delay="0"/>
                                  </p:stCondLst>
                                  <p:childTnLst>
                                    <p:set>
                                      <p:cBhvr>
                                        <p:cTn id="77" dur="1" fill="hold">
                                          <p:stCondLst>
                                            <p:cond delay="0"/>
                                          </p:stCondLst>
                                        </p:cTn>
                                        <p:tgtEl>
                                          <p:spTgt spid="20"/>
                                        </p:tgtEl>
                                        <p:attrNameLst>
                                          <p:attrName>style.visibility</p:attrName>
                                        </p:attrNameLst>
                                      </p:cBhvr>
                                      <p:to>
                                        <p:strVal val="visible"/>
                                      </p:to>
                                    </p:set>
                                    <p:anim calcmode="lin" valueType="num">
                                      <p:cBhvr additive="base">
                                        <p:cTn id="78" dur="600" fill="hold" decel="100000"/>
                                        <p:tgtEl>
                                          <p:spTgt spid="20"/>
                                        </p:tgtEl>
                                        <p:attrNameLst>
                                          <p:attrName>ppt_w</p:attrName>
                                        </p:attrNameLst>
                                      </p:cBhvr>
                                      <p:tavLst>
                                        <p:tav tm="0">
                                          <p:val>
                                            <p:strVal val="0"/>
                                          </p:val>
                                        </p:tav>
                                        <p:tav tm="100000">
                                          <p:val>
                                            <p:strVal val="#ppt_w"/>
                                          </p:val>
                                        </p:tav>
                                      </p:tavLst>
                                    </p:anim>
                                    <p:anim calcmode="lin" valueType="num">
                                      <p:cBhvr additive="base">
                                        <p:cTn id="79" dur="600" fill="hold" decel="100000"/>
                                        <p:tgtEl>
                                          <p:spTgt spid="20"/>
                                        </p:tgtEl>
                                        <p:attrNameLst>
                                          <p:attrName>ppt_h</p:attrName>
                                        </p:attrNameLst>
                                      </p:cBhvr>
                                      <p:tavLst>
                                        <p:tav tm="0">
                                          <p:val>
                                            <p:strVal val="0"/>
                                          </p:val>
                                        </p:tav>
                                        <p:tav tm="100000">
                                          <p:val>
                                            <p:strVal val="#ppt_h"/>
                                          </p:val>
                                        </p:tav>
                                      </p:tavLst>
                                    </p:anim>
                                    <p:animEffect transition="in" filter="fade">
                                      <p:cBhvr>
                                        <p:cTn id="80" dur="600"/>
                                        <p:tgtEl>
                                          <p:spTgt spid="20"/>
                                        </p:tgtEl>
                                      </p:cBhvr>
                                    </p:animEffect>
                                  </p:childTnLst>
                                </p:cTn>
                              </p:par>
                              <p:par>
                                <p:cTn id="81" presetID="53" presetClass="entr" presetSubtype="16" fill="hold" grpId="0" nodeType="withEffect">
                                  <p:stCondLst>
                                    <p:cond delay="0"/>
                                  </p:stCondLst>
                                  <p:childTnLst>
                                    <p:set>
                                      <p:cBhvr>
                                        <p:cTn id="82" dur="1" fill="hold">
                                          <p:stCondLst>
                                            <p:cond delay="0"/>
                                          </p:stCondLst>
                                        </p:cTn>
                                        <p:tgtEl>
                                          <p:spTgt spid="21"/>
                                        </p:tgtEl>
                                        <p:attrNameLst>
                                          <p:attrName>style.visibility</p:attrName>
                                        </p:attrNameLst>
                                      </p:cBhvr>
                                      <p:to>
                                        <p:strVal val="visible"/>
                                      </p:to>
                                    </p:set>
                                    <p:anim calcmode="lin" valueType="num">
                                      <p:cBhvr additive="base">
                                        <p:cTn id="83" dur="600" fill="hold" decel="100000"/>
                                        <p:tgtEl>
                                          <p:spTgt spid="21"/>
                                        </p:tgtEl>
                                        <p:attrNameLst>
                                          <p:attrName>ppt_w</p:attrName>
                                        </p:attrNameLst>
                                      </p:cBhvr>
                                      <p:tavLst>
                                        <p:tav tm="0">
                                          <p:val>
                                            <p:strVal val="0"/>
                                          </p:val>
                                        </p:tav>
                                        <p:tav tm="100000">
                                          <p:val>
                                            <p:strVal val="#ppt_w"/>
                                          </p:val>
                                        </p:tav>
                                      </p:tavLst>
                                    </p:anim>
                                    <p:anim calcmode="lin" valueType="num">
                                      <p:cBhvr additive="base">
                                        <p:cTn id="84" dur="600" fill="hold" decel="100000"/>
                                        <p:tgtEl>
                                          <p:spTgt spid="21"/>
                                        </p:tgtEl>
                                        <p:attrNameLst>
                                          <p:attrName>ppt_h</p:attrName>
                                        </p:attrNameLst>
                                      </p:cBhvr>
                                      <p:tavLst>
                                        <p:tav tm="0">
                                          <p:val>
                                            <p:strVal val="0"/>
                                          </p:val>
                                        </p:tav>
                                        <p:tav tm="100000">
                                          <p:val>
                                            <p:strVal val="#ppt_h"/>
                                          </p:val>
                                        </p:tav>
                                      </p:tavLst>
                                    </p:anim>
                                    <p:animEffect transition="in" filter="fade">
                                      <p:cBhvr>
                                        <p:cTn id="85" dur="600"/>
                                        <p:tgtEl>
                                          <p:spTgt spid="21"/>
                                        </p:tgtEl>
                                      </p:cBhvr>
                                    </p:animEffect>
                                  </p:childTnLst>
                                </p:cTn>
                              </p:par>
                              <p:par>
                                <p:cTn id="86" presetID="53" presetClass="entr" presetSubtype="16" fill="hold" grpId="0" nodeType="withEffect">
                                  <p:stCondLst>
                                    <p:cond delay="0"/>
                                  </p:stCondLst>
                                  <p:childTnLst>
                                    <p:set>
                                      <p:cBhvr>
                                        <p:cTn id="87" dur="1" fill="hold">
                                          <p:stCondLst>
                                            <p:cond delay="0"/>
                                          </p:stCondLst>
                                        </p:cTn>
                                        <p:tgtEl>
                                          <p:spTgt spid="18"/>
                                        </p:tgtEl>
                                        <p:attrNameLst>
                                          <p:attrName>style.visibility</p:attrName>
                                        </p:attrNameLst>
                                      </p:cBhvr>
                                      <p:to>
                                        <p:strVal val="visible"/>
                                      </p:to>
                                    </p:set>
                                    <p:anim calcmode="lin" valueType="num">
                                      <p:cBhvr additive="base">
                                        <p:cTn id="88" dur="600" fill="hold" decel="100000"/>
                                        <p:tgtEl>
                                          <p:spTgt spid="18"/>
                                        </p:tgtEl>
                                        <p:attrNameLst>
                                          <p:attrName>ppt_w</p:attrName>
                                        </p:attrNameLst>
                                      </p:cBhvr>
                                      <p:tavLst>
                                        <p:tav tm="0">
                                          <p:val>
                                            <p:strVal val="0"/>
                                          </p:val>
                                        </p:tav>
                                        <p:tav tm="100000">
                                          <p:val>
                                            <p:strVal val="#ppt_w"/>
                                          </p:val>
                                        </p:tav>
                                      </p:tavLst>
                                    </p:anim>
                                    <p:anim calcmode="lin" valueType="num">
                                      <p:cBhvr additive="base">
                                        <p:cTn id="89" dur="600" fill="hold" decel="100000"/>
                                        <p:tgtEl>
                                          <p:spTgt spid="18"/>
                                        </p:tgtEl>
                                        <p:attrNameLst>
                                          <p:attrName>ppt_h</p:attrName>
                                        </p:attrNameLst>
                                      </p:cBhvr>
                                      <p:tavLst>
                                        <p:tav tm="0">
                                          <p:val>
                                            <p:strVal val="0"/>
                                          </p:val>
                                        </p:tav>
                                        <p:tav tm="100000">
                                          <p:val>
                                            <p:strVal val="#ppt_h"/>
                                          </p:val>
                                        </p:tav>
                                      </p:tavLst>
                                    </p:anim>
                                    <p:animEffect transition="in" filter="fade">
                                      <p:cBhvr>
                                        <p:cTn id="90" dur="600"/>
                                        <p:tgtEl>
                                          <p:spTgt spid="18"/>
                                        </p:tgtEl>
                                      </p:cBhvr>
                                    </p:animEffect>
                                  </p:childTnLst>
                                </p:cTn>
                              </p:par>
                              <p:par>
                                <p:cTn id="91" presetID="53" presetClass="entr" presetSubtype="16" fill="hold" grpId="0" nodeType="withEffect">
                                  <p:stCondLst>
                                    <p:cond delay="0"/>
                                  </p:stCondLst>
                                  <p:childTnLst>
                                    <p:set>
                                      <p:cBhvr>
                                        <p:cTn id="92" dur="1" fill="hold">
                                          <p:stCondLst>
                                            <p:cond delay="0"/>
                                          </p:stCondLst>
                                        </p:cTn>
                                        <p:tgtEl>
                                          <p:spTgt spid="19"/>
                                        </p:tgtEl>
                                        <p:attrNameLst>
                                          <p:attrName>style.visibility</p:attrName>
                                        </p:attrNameLst>
                                      </p:cBhvr>
                                      <p:to>
                                        <p:strVal val="visible"/>
                                      </p:to>
                                    </p:set>
                                    <p:anim calcmode="lin" valueType="num">
                                      <p:cBhvr additive="base">
                                        <p:cTn id="93" dur="600" fill="hold" decel="100000"/>
                                        <p:tgtEl>
                                          <p:spTgt spid="19"/>
                                        </p:tgtEl>
                                        <p:attrNameLst>
                                          <p:attrName>ppt_w</p:attrName>
                                        </p:attrNameLst>
                                      </p:cBhvr>
                                      <p:tavLst>
                                        <p:tav tm="0">
                                          <p:val>
                                            <p:strVal val="0"/>
                                          </p:val>
                                        </p:tav>
                                        <p:tav tm="100000">
                                          <p:val>
                                            <p:strVal val="#ppt_w"/>
                                          </p:val>
                                        </p:tav>
                                      </p:tavLst>
                                    </p:anim>
                                    <p:anim calcmode="lin" valueType="num">
                                      <p:cBhvr additive="base">
                                        <p:cTn id="94" dur="600" fill="hold" decel="100000"/>
                                        <p:tgtEl>
                                          <p:spTgt spid="19"/>
                                        </p:tgtEl>
                                        <p:attrNameLst>
                                          <p:attrName>ppt_h</p:attrName>
                                        </p:attrNameLst>
                                      </p:cBhvr>
                                      <p:tavLst>
                                        <p:tav tm="0">
                                          <p:val>
                                            <p:strVal val="0"/>
                                          </p:val>
                                        </p:tav>
                                        <p:tav tm="100000">
                                          <p:val>
                                            <p:strVal val="#ppt_h"/>
                                          </p:val>
                                        </p:tav>
                                      </p:tavLst>
                                    </p:anim>
                                    <p:animEffect transition="in" filter="fade">
                                      <p:cBhvr>
                                        <p:cTn id="95" dur="600"/>
                                        <p:tgtEl>
                                          <p:spTgt spid="19"/>
                                        </p:tgtEl>
                                      </p:cBhvr>
                                    </p:animEffect>
                                  </p:childTnLst>
                                </p:cTn>
                              </p:par>
                            </p:childTnLst>
                          </p:cTn>
                        </p:par>
                        <p:par>
                          <p:cTn id="96" fill="hold">
                            <p:stCondLst>
                              <p:cond delay="2700"/>
                            </p:stCondLst>
                            <p:childTnLst>
                              <p:par>
                                <p:cTn id="97" presetID="53" presetClass="entr" presetSubtype="16" fill="hold" grpId="0" nodeType="afterEffect">
                                  <p:stCondLst>
                                    <p:cond delay="0"/>
                                  </p:stCondLst>
                                  <p:childTnLst>
                                    <p:set>
                                      <p:cBhvr>
                                        <p:cTn id="98" dur="1" fill="hold">
                                          <p:stCondLst>
                                            <p:cond delay="0"/>
                                          </p:stCondLst>
                                        </p:cTn>
                                        <p:tgtEl>
                                          <p:spTgt spid="22"/>
                                        </p:tgtEl>
                                        <p:attrNameLst>
                                          <p:attrName>style.visibility</p:attrName>
                                        </p:attrNameLst>
                                      </p:cBhvr>
                                      <p:to>
                                        <p:strVal val="visible"/>
                                      </p:to>
                                    </p:set>
                                    <p:anim calcmode="lin" valueType="num">
                                      <p:cBhvr additive="base">
                                        <p:cTn id="99" dur="600" fill="hold" decel="100000"/>
                                        <p:tgtEl>
                                          <p:spTgt spid="22"/>
                                        </p:tgtEl>
                                        <p:attrNameLst>
                                          <p:attrName>ppt_w</p:attrName>
                                        </p:attrNameLst>
                                      </p:cBhvr>
                                      <p:tavLst>
                                        <p:tav tm="0">
                                          <p:val>
                                            <p:strVal val="0"/>
                                          </p:val>
                                        </p:tav>
                                        <p:tav tm="100000">
                                          <p:val>
                                            <p:strVal val="#ppt_w"/>
                                          </p:val>
                                        </p:tav>
                                      </p:tavLst>
                                    </p:anim>
                                    <p:anim calcmode="lin" valueType="num">
                                      <p:cBhvr additive="base">
                                        <p:cTn id="100" dur="600" fill="hold" decel="100000"/>
                                        <p:tgtEl>
                                          <p:spTgt spid="22"/>
                                        </p:tgtEl>
                                        <p:attrNameLst>
                                          <p:attrName>ppt_h</p:attrName>
                                        </p:attrNameLst>
                                      </p:cBhvr>
                                      <p:tavLst>
                                        <p:tav tm="0">
                                          <p:val>
                                            <p:strVal val="0"/>
                                          </p:val>
                                        </p:tav>
                                        <p:tav tm="100000">
                                          <p:val>
                                            <p:strVal val="#ppt_h"/>
                                          </p:val>
                                        </p:tav>
                                      </p:tavLst>
                                    </p:anim>
                                    <p:animEffect transition="in" filter="fade">
                                      <p:cBhvr>
                                        <p:cTn id="101" dur="600"/>
                                        <p:tgtEl>
                                          <p:spTgt spid="22"/>
                                        </p:tgtEl>
                                      </p:cBhvr>
                                    </p:animEffect>
                                  </p:childTnLst>
                                </p:cTn>
                              </p:par>
                              <p:par>
                                <p:cTn id="102" presetID="53" presetClass="entr" presetSubtype="16" fill="hold" grpId="0" nodeType="withEffect">
                                  <p:stCondLst>
                                    <p:cond delay="0"/>
                                  </p:stCondLst>
                                  <p:childTnLst>
                                    <p:set>
                                      <p:cBhvr>
                                        <p:cTn id="103" dur="1" fill="hold">
                                          <p:stCondLst>
                                            <p:cond delay="0"/>
                                          </p:stCondLst>
                                        </p:cTn>
                                        <p:tgtEl>
                                          <p:spTgt spid="25"/>
                                        </p:tgtEl>
                                        <p:attrNameLst>
                                          <p:attrName>style.visibility</p:attrName>
                                        </p:attrNameLst>
                                      </p:cBhvr>
                                      <p:to>
                                        <p:strVal val="visible"/>
                                      </p:to>
                                    </p:set>
                                    <p:anim calcmode="lin" valueType="num">
                                      <p:cBhvr additive="base">
                                        <p:cTn id="104" dur="600" fill="hold" decel="100000"/>
                                        <p:tgtEl>
                                          <p:spTgt spid="25"/>
                                        </p:tgtEl>
                                        <p:attrNameLst>
                                          <p:attrName>ppt_w</p:attrName>
                                        </p:attrNameLst>
                                      </p:cBhvr>
                                      <p:tavLst>
                                        <p:tav tm="0">
                                          <p:val>
                                            <p:strVal val="0"/>
                                          </p:val>
                                        </p:tav>
                                        <p:tav tm="100000">
                                          <p:val>
                                            <p:strVal val="#ppt_w"/>
                                          </p:val>
                                        </p:tav>
                                      </p:tavLst>
                                    </p:anim>
                                    <p:anim calcmode="lin" valueType="num">
                                      <p:cBhvr additive="base">
                                        <p:cTn id="105" dur="600" fill="hold" decel="100000"/>
                                        <p:tgtEl>
                                          <p:spTgt spid="25"/>
                                        </p:tgtEl>
                                        <p:attrNameLst>
                                          <p:attrName>ppt_h</p:attrName>
                                        </p:attrNameLst>
                                      </p:cBhvr>
                                      <p:tavLst>
                                        <p:tav tm="0">
                                          <p:val>
                                            <p:strVal val="0"/>
                                          </p:val>
                                        </p:tav>
                                        <p:tav tm="100000">
                                          <p:val>
                                            <p:strVal val="#ppt_h"/>
                                          </p:val>
                                        </p:tav>
                                      </p:tavLst>
                                    </p:anim>
                                    <p:animEffect transition="in" filter="fade">
                                      <p:cBhvr>
                                        <p:cTn id="106" dur="600"/>
                                        <p:tgtEl>
                                          <p:spTgt spid="25"/>
                                        </p:tgtEl>
                                      </p:cBhvr>
                                    </p:animEffect>
                                  </p:childTnLst>
                                </p:cTn>
                              </p:par>
                              <p:par>
                                <p:cTn id="107" presetID="53" presetClass="entr" presetSubtype="16" fill="hold" grpId="0" nodeType="withEffect">
                                  <p:stCondLst>
                                    <p:cond delay="0"/>
                                  </p:stCondLst>
                                  <p:childTnLst>
                                    <p:set>
                                      <p:cBhvr>
                                        <p:cTn id="108" dur="1" fill="hold">
                                          <p:stCondLst>
                                            <p:cond delay="0"/>
                                          </p:stCondLst>
                                        </p:cTn>
                                        <p:tgtEl>
                                          <p:spTgt spid="26"/>
                                        </p:tgtEl>
                                        <p:attrNameLst>
                                          <p:attrName>style.visibility</p:attrName>
                                        </p:attrNameLst>
                                      </p:cBhvr>
                                      <p:to>
                                        <p:strVal val="visible"/>
                                      </p:to>
                                    </p:set>
                                    <p:anim calcmode="lin" valueType="num">
                                      <p:cBhvr additive="base">
                                        <p:cTn id="109" dur="600" fill="hold" decel="100000"/>
                                        <p:tgtEl>
                                          <p:spTgt spid="26"/>
                                        </p:tgtEl>
                                        <p:attrNameLst>
                                          <p:attrName>ppt_w</p:attrName>
                                        </p:attrNameLst>
                                      </p:cBhvr>
                                      <p:tavLst>
                                        <p:tav tm="0">
                                          <p:val>
                                            <p:strVal val="0"/>
                                          </p:val>
                                        </p:tav>
                                        <p:tav tm="100000">
                                          <p:val>
                                            <p:strVal val="#ppt_w"/>
                                          </p:val>
                                        </p:tav>
                                      </p:tavLst>
                                    </p:anim>
                                    <p:anim calcmode="lin" valueType="num">
                                      <p:cBhvr additive="base">
                                        <p:cTn id="110" dur="600" fill="hold" decel="100000"/>
                                        <p:tgtEl>
                                          <p:spTgt spid="26"/>
                                        </p:tgtEl>
                                        <p:attrNameLst>
                                          <p:attrName>ppt_h</p:attrName>
                                        </p:attrNameLst>
                                      </p:cBhvr>
                                      <p:tavLst>
                                        <p:tav tm="0">
                                          <p:val>
                                            <p:strVal val="0"/>
                                          </p:val>
                                        </p:tav>
                                        <p:tav tm="100000">
                                          <p:val>
                                            <p:strVal val="#ppt_h"/>
                                          </p:val>
                                        </p:tav>
                                      </p:tavLst>
                                    </p:anim>
                                    <p:animEffect transition="in" filter="fade">
                                      <p:cBhvr>
                                        <p:cTn id="111" dur="600"/>
                                        <p:tgtEl>
                                          <p:spTgt spid="26"/>
                                        </p:tgtEl>
                                      </p:cBhvr>
                                    </p:animEffect>
                                  </p:childTnLst>
                                </p:cTn>
                              </p:par>
                              <p:par>
                                <p:cTn id="112" presetID="53" presetClass="entr" presetSubtype="16" fill="hold" grpId="0" nodeType="withEffect">
                                  <p:stCondLst>
                                    <p:cond delay="0"/>
                                  </p:stCondLst>
                                  <p:childTnLst>
                                    <p:set>
                                      <p:cBhvr>
                                        <p:cTn id="113" dur="1" fill="hold">
                                          <p:stCondLst>
                                            <p:cond delay="0"/>
                                          </p:stCondLst>
                                        </p:cTn>
                                        <p:tgtEl>
                                          <p:spTgt spid="23"/>
                                        </p:tgtEl>
                                        <p:attrNameLst>
                                          <p:attrName>style.visibility</p:attrName>
                                        </p:attrNameLst>
                                      </p:cBhvr>
                                      <p:to>
                                        <p:strVal val="visible"/>
                                      </p:to>
                                    </p:set>
                                    <p:anim calcmode="lin" valueType="num">
                                      <p:cBhvr additive="base">
                                        <p:cTn id="114" dur="600" fill="hold" decel="100000"/>
                                        <p:tgtEl>
                                          <p:spTgt spid="23"/>
                                        </p:tgtEl>
                                        <p:attrNameLst>
                                          <p:attrName>ppt_w</p:attrName>
                                        </p:attrNameLst>
                                      </p:cBhvr>
                                      <p:tavLst>
                                        <p:tav tm="0">
                                          <p:val>
                                            <p:strVal val="0"/>
                                          </p:val>
                                        </p:tav>
                                        <p:tav tm="100000">
                                          <p:val>
                                            <p:strVal val="#ppt_w"/>
                                          </p:val>
                                        </p:tav>
                                      </p:tavLst>
                                    </p:anim>
                                    <p:anim calcmode="lin" valueType="num">
                                      <p:cBhvr additive="base">
                                        <p:cTn id="115" dur="600" fill="hold" decel="100000"/>
                                        <p:tgtEl>
                                          <p:spTgt spid="23"/>
                                        </p:tgtEl>
                                        <p:attrNameLst>
                                          <p:attrName>ppt_h</p:attrName>
                                        </p:attrNameLst>
                                      </p:cBhvr>
                                      <p:tavLst>
                                        <p:tav tm="0">
                                          <p:val>
                                            <p:strVal val="0"/>
                                          </p:val>
                                        </p:tav>
                                        <p:tav tm="100000">
                                          <p:val>
                                            <p:strVal val="#ppt_h"/>
                                          </p:val>
                                        </p:tav>
                                      </p:tavLst>
                                    </p:anim>
                                    <p:animEffect transition="in" filter="fade">
                                      <p:cBhvr>
                                        <p:cTn id="116" dur="600"/>
                                        <p:tgtEl>
                                          <p:spTgt spid="23"/>
                                        </p:tgtEl>
                                      </p:cBhvr>
                                    </p:animEffect>
                                  </p:childTnLst>
                                </p:cTn>
                              </p:par>
                              <p:par>
                                <p:cTn id="117" presetID="53" presetClass="entr" presetSubtype="16" fill="hold" grpId="0" nodeType="withEffect">
                                  <p:stCondLst>
                                    <p:cond delay="0"/>
                                  </p:stCondLst>
                                  <p:childTnLst>
                                    <p:set>
                                      <p:cBhvr>
                                        <p:cTn id="118" dur="1" fill="hold">
                                          <p:stCondLst>
                                            <p:cond delay="0"/>
                                          </p:stCondLst>
                                        </p:cTn>
                                        <p:tgtEl>
                                          <p:spTgt spid="24"/>
                                        </p:tgtEl>
                                        <p:attrNameLst>
                                          <p:attrName>style.visibility</p:attrName>
                                        </p:attrNameLst>
                                      </p:cBhvr>
                                      <p:to>
                                        <p:strVal val="visible"/>
                                      </p:to>
                                    </p:set>
                                    <p:anim calcmode="lin" valueType="num">
                                      <p:cBhvr additive="base">
                                        <p:cTn id="119" dur="600" fill="hold" decel="100000"/>
                                        <p:tgtEl>
                                          <p:spTgt spid="24"/>
                                        </p:tgtEl>
                                        <p:attrNameLst>
                                          <p:attrName>ppt_w</p:attrName>
                                        </p:attrNameLst>
                                      </p:cBhvr>
                                      <p:tavLst>
                                        <p:tav tm="0">
                                          <p:val>
                                            <p:strVal val="0"/>
                                          </p:val>
                                        </p:tav>
                                        <p:tav tm="100000">
                                          <p:val>
                                            <p:strVal val="#ppt_w"/>
                                          </p:val>
                                        </p:tav>
                                      </p:tavLst>
                                    </p:anim>
                                    <p:anim calcmode="lin" valueType="num">
                                      <p:cBhvr additive="base">
                                        <p:cTn id="120" dur="600" fill="hold" decel="100000"/>
                                        <p:tgtEl>
                                          <p:spTgt spid="24"/>
                                        </p:tgtEl>
                                        <p:attrNameLst>
                                          <p:attrName>ppt_h</p:attrName>
                                        </p:attrNameLst>
                                      </p:cBhvr>
                                      <p:tavLst>
                                        <p:tav tm="0">
                                          <p:val>
                                            <p:strVal val="0"/>
                                          </p:val>
                                        </p:tav>
                                        <p:tav tm="100000">
                                          <p:val>
                                            <p:strVal val="#ppt_h"/>
                                          </p:val>
                                        </p:tav>
                                      </p:tavLst>
                                    </p:anim>
                                    <p:animEffect transition="in" filter="fade">
                                      <p:cBhvr>
                                        <p:cTn id="121" dur="600"/>
                                        <p:tgtEl>
                                          <p:spTgt spid="24"/>
                                        </p:tgtEl>
                                      </p:cBhvr>
                                    </p:animEffect>
                                  </p:childTnLst>
                                </p:cTn>
                              </p:par>
                            </p:childTnLst>
                          </p:cTn>
                        </p:par>
                        <p:par>
                          <p:cTn id="122" fill="hold">
                            <p:stCondLst>
                              <p:cond delay="3700"/>
                            </p:stCondLst>
                            <p:childTnLst>
                              <p:par>
                                <p:cTn id="123" presetID="10" presetClass="entr" presetSubtype="0" fill="hold" grpId="0" nodeType="afterEffect">
                                  <p:stCondLst>
                                    <p:cond delay="0"/>
                                  </p:stCondLst>
                                  <p:childTnLst>
                                    <p:set>
                                      <p:cBhvr>
                                        <p:cTn id="124" dur="1" fill="hold">
                                          <p:stCondLst>
                                            <p:cond delay="0"/>
                                          </p:stCondLst>
                                        </p:cTn>
                                        <p:tgtEl>
                                          <p:spTgt spid="6"/>
                                        </p:tgtEl>
                                        <p:attrNameLst>
                                          <p:attrName>style.visibility</p:attrName>
                                        </p:attrNameLst>
                                      </p:cBhvr>
                                      <p:to>
                                        <p:strVal val="visible"/>
                                      </p:to>
                                    </p:set>
                                    <p:animEffect transition="in" filter="fade">
                                      <p:cBhvr>
                                        <p:cTn id="125" dur="1000"/>
                                        <p:tgtEl>
                                          <p:spTgt spid="6"/>
                                        </p:tgtEl>
                                      </p:cBhvr>
                                    </p:animEffect>
                                  </p:childTnLst>
                                </p:cTn>
                              </p:par>
                            </p:childTnLst>
                          </p:cTn>
                        </p:par>
                        <p:par>
                          <p:cTn id="126" fill="hold">
                            <p:stCondLst>
                              <p:cond delay="6900"/>
                            </p:stCondLst>
                            <p:childTnLst>
                              <p:par>
                                <p:cTn id="127" presetID="10" presetClass="exit" presetSubtype="0" fill="hold" grpId="1" nodeType="afterEffect">
                                  <p:stCondLst>
                                    <p:cond delay="0"/>
                                  </p:stCondLst>
                                  <p:childTnLst>
                                    <p:animEffect transition="out" filter="fade">
                                      <p:cBhvr>
                                        <p:cTn id="128" dur="1000"/>
                                        <p:tgtEl>
                                          <p:spTgt spid="6"/>
                                        </p:tgtEl>
                                      </p:cBhvr>
                                    </p:animEffect>
                                    <p:set>
                                      <p:cBhvr>
                                        <p:cTn id="129" dur="1" fill="hold">
                                          <p:stCondLst>
                                            <p:cond delay="999"/>
                                          </p:stCondLst>
                                        </p:cTn>
                                        <p:tgtEl>
                                          <p:spTgt spid="6"/>
                                        </p:tgtEl>
                                        <p:attrNameLst>
                                          <p:attrName>style.visibility</p:attrName>
                                        </p:attrNameLst>
                                      </p:cBhvr>
                                      <p:to>
                                        <p:strVal val="hidden"/>
                                      </p:to>
                                    </p:set>
                                  </p:childTnLst>
                                </p:cTn>
                              </p:par>
                            </p:childTnLst>
                          </p:cTn>
                        </p:par>
                        <p:par>
                          <p:cTn id="130" fill="hold">
                            <p:stCondLst>
                              <p:cond delay="10100"/>
                            </p:stCondLst>
                            <p:childTnLst>
                              <p:par>
                                <p:cTn id="131" presetID="10" presetClass="entr" presetSubtype="0" fill="hold" grpId="2" nodeType="afterEffect">
                                  <p:stCondLst>
                                    <p:cond delay="0"/>
                                  </p:stCondLst>
                                  <p:childTnLst>
                                    <p:set>
                                      <p:cBhvr>
                                        <p:cTn id="132" dur="1" fill="hold">
                                          <p:stCondLst>
                                            <p:cond delay="0"/>
                                          </p:stCondLst>
                                        </p:cTn>
                                        <p:tgtEl>
                                          <p:spTgt spid="6"/>
                                        </p:tgtEl>
                                        <p:attrNameLst>
                                          <p:attrName>style.visibility</p:attrName>
                                        </p:attrNameLst>
                                      </p:cBhvr>
                                      <p:to>
                                        <p:strVal val="visible"/>
                                      </p:to>
                                    </p:set>
                                    <p:animEffect transition="in" filter="fade">
                                      <p:cBhvr>
                                        <p:cTn id="133" dur="1000"/>
                                        <p:tgtEl>
                                          <p:spTgt spid="6"/>
                                        </p:tgtEl>
                                      </p:cBhvr>
                                    </p:animEffect>
                                  </p:childTnLst>
                                </p:cTn>
                              </p:par>
                            </p:childTnLst>
                          </p:cTn>
                        </p:par>
                        <p:par>
                          <p:cTn id="134" fill="hold">
                            <p:stCondLst>
                              <p:cond delay="13300"/>
                            </p:stCondLst>
                            <p:childTnLst>
                              <p:par>
                                <p:cTn id="135" presetID="10" presetClass="exit" presetSubtype="0" fill="hold" grpId="3" nodeType="afterEffect">
                                  <p:stCondLst>
                                    <p:cond delay="0"/>
                                  </p:stCondLst>
                                  <p:childTnLst>
                                    <p:animEffect transition="out" filter="fade">
                                      <p:cBhvr>
                                        <p:cTn id="136" dur="1000"/>
                                        <p:tgtEl>
                                          <p:spTgt spid="6"/>
                                        </p:tgtEl>
                                      </p:cBhvr>
                                    </p:animEffect>
                                    <p:set>
                                      <p:cBhvr>
                                        <p:cTn id="137" dur="1" fill="hold">
                                          <p:stCondLst>
                                            <p:cond delay="999"/>
                                          </p:stCondLst>
                                        </p:cTn>
                                        <p:tgtEl>
                                          <p:spTgt spid="6"/>
                                        </p:tgtEl>
                                        <p:attrNameLst>
                                          <p:attrName>style.visibility</p:attrName>
                                        </p:attrNameLst>
                                      </p:cBhvr>
                                      <p:to>
                                        <p:strVal val="hidden"/>
                                      </p:to>
                                    </p:set>
                                  </p:childTnLst>
                                </p:cTn>
                              </p:par>
                            </p:childTnLst>
                          </p:cTn>
                        </p:par>
                        <p:par>
                          <p:cTn id="138" fill="hold">
                            <p:stCondLst>
                              <p:cond delay="16500"/>
                            </p:stCondLst>
                            <p:childTnLst>
                              <p:par>
                                <p:cTn id="139" presetID="10" presetClass="entr" presetSubtype="0" fill="hold" grpId="4" nodeType="afterEffect">
                                  <p:stCondLst>
                                    <p:cond delay="0"/>
                                  </p:stCondLst>
                                  <p:childTnLst>
                                    <p:set>
                                      <p:cBhvr>
                                        <p:cTn id="140" dur="1" fill="hold">
                                          <p:stCondLst>
                                            <p:cond delay="0"/>
                                          </p:stCondLst>
                                        </p:cTn>
                                        <p:tgtEl>
                                          <p:spTgt spid="6"/>
                                        </p:tgtEl>
                                        <p:attrNameLst>
                                          <p:attrName>style.visibility</p:attrName>
                                        </p:attrNameLst>
                                      </p:cBhvr>
                                      <p:to>
                                        <p:strVal val="visible"/>
                                      </p:to>
                                    </p:set>
                                    <p:animEffect transition="in" filter="fade">
                                      <p:cBhvr>
                                        <p:cTn id="141" dur="1000"/>
                                        <p:tgtEl>
                                          <p:spTgt spid="6"/>
                                        </p:tgtEl>
                                      </p:cBhvr>
                                    </p:animEffect>
                                  </p:childTnLst>
                                </p:cTn>
                              </p:par>
                            </p:childTnLst>
                          </p:cTn>
                        </p:par>
                        <p:par>
                          <p:cTn id="142" fill="hold">
                            <p:stCondLst>
                              <p:cond delay="19700"/>
                            </p:stCondLst>
                            <p:childTnLst>
                              <p:par>
                                <p:cTn id="143" presetID="10" presetClass="exit" presetSubtype="0" fill="hold" grpId="5" nodeType="afterEffect">
                                  <p:stCondLst>
                                    <p:cond delay="0"/>
                                  </p:stCondLst>
                                  <p:childTnLst>
                                    <p:animEffect transition="out" filter="fade">
                                      <p:cBhvr>
                                        <p:cTn id="144" dur="1000"/>
                                        <p:tgtEl>
                                          <p:spTgt spid="6"/>
                                        </p:tgtEl>
                                      </p:cBhvr>
                                    </p:animEffect>
                                    <p:set>
                                      <p:cBhvr>
                                        <p:cTn id="145" dur="1" fill="hold">
                                          <p:stCondLst>
                                            <p:cond delay="999"/>
                                          </p:stCondLst>
                                        </p:cTn>
                                        <p:tgtEl>
                                          <p:spTgt spid="6"/>
                                        </p:tgtEl>
                                        <p:attrNameLst>
                                          <p:attrName>style.visibility</p:attrName>
                                        </p:attrNameLst>
                                      </p:cBhvr>
                                      <p:to>
                                        <p:strVal val="hidden"/>
                                      </p:to>
                                    </p:set>
                                  </p:childTnLst>
                                </p:cTn>
                              </p:par>
                            </p:childTnLst>
                          </p:cTn>
                        </p:par>
                        <p:par>
                          <p:cTn id="146" fill="hold">
                            <p:stCondLst>
                              <p:cond delay="22900"/>
                            </p:stCondLst>
                            <p:childTnLst>
                              <p:par>
                                <p:cTn id="147" presetID="10" presetClass="entr" presetSubtype="0" fill="hold" grpId="6" nodeType="afterEffect">
                                  <p:stCondLst>
                                    <p:cond delay="0"/>
                                  </p:stCondLst>
                                  <p:childTnLst>
                                    <p:set>
                                      <p:cBhvr>
                                        <p:cTn id="148" dur="1" fill="hold">
                                          <p:stCondLst>
                                            <p:cond delay="0"/>
                                          </p:stCondLst>
                                        </p:cTn>
                                        <p:tgtEl>
                                          <p:spTgt spid="6"/>
                                        </p:tgtEl>
                                        <p:attrNameLst>
                                          <p:attrName>style.visibility</p:attrName>
                                        </p:attrNameLst>
                                      </p:cBhvr>
                                      <p:to>
                                        <p:strVal val="visible"/>
                                      </p:to>
                                    </p:set>
                                    <p:animEffect transition="in" filter="fade">
                                      <p:cBhvr>
                                        <p:cTn id="149" dur="1000"/>
                                        <p:tgtEl>
                                          <p:spTgt spid="6"/>
                                        </p:tgtEl>
                                      </p:cBhvr>
                                    </p:animEffect>
                                  </p:childTnLst>
                                </p:cTn>
                              </p:par>
                            </p:childTnLst>
                          </p:cTn>
                        </p:par>
                        <p:par>
                          <p:cTn id="150" fill="hold">
                            <p:stCondLst>
                              <p:cond delay="26100"/>
                            </p:stCondLst>
                            <p:childTnLst>
                              <p:par>
                                <p:cTn id="151" presetID="10" presetClass="exit" presetSubtype="0" fill="hold" grpId="7" nodeType="afterEffect">
                                  <p:stCondLst>
                                    <p:cond delay="0"/>
                                  </p:stCondLst>
                                  <p:childTnLst>
                                    <p:animEffect transition="out" filter="fade">
                                      <p:cBhvr>
                                        <p:cTn id="152" dur="1000"/>
                                        <p:tgtEl>
                                          <p:spTgt spid="6"/>
                                        </p:tgtEl>
                                      </p:cBhvr>
                                    </p:animEffect>
                                    <p:set>
                                      <p:cBhvr>
                                        <p:cTn id="153" dur="1" fill="hold">
                                          <p:stCondLst>
                                            <p:cond delay="999"/>
                                          </p:stCondLst>
                                        </p:cTn>
                                        <p:tgtEl>
                                          <p:spTgt spid="6"/>
                                        </p:tgtEl>
                                        <p:attrNameLst>
                                          <p:attrName>style.visibility</p:attrName>
                                        </p:attrNameLst>
                                      </p:cBhvr>
                                      <p:to>
                                        <p:strVal val="hidden"/>
                                      </p:to>
                                    </p:set>
                                  </p:childTnLst>
                                </p:cTn>
                              </p:par>
                            </p:childTnLst>
                          </p:cTn>
                        </p:par>
                        <p:par>
                          <p:cTn id="154" fill="hold">
                            <p:stCondLst>
                              <p:cond delay="29300"/>
                            </p:stCondLst>
                            <p:childTnLst>
                              <p:par>
                                <p:cTn id="155" presetID="10" presetClass="entr" presetSubtype="0" fill="hold" grpId="8" nodeType="afterEffect">
                                  <p:stCondLst>
                                    <p:cond delay="0"/>
                                  </p:stCondLst>
                                  <p:childTnLst>
                                    <p:set>
                                      <p:cBhvr>
                                        <p:cTn id="156" dur="1" fill="hold">
                                          <p:stCondLst>
                                            <p:cond delay="0"/>
                                          </p:stCondLst>
                                        </p:cTn>
                                        <p:tgtEl>
                                          <p:spTgt spid="6"/>
                                        </p:tgtEl>
                                        <p:attrNameLst>
                                          <p:attrName>style.visibility</p:attrName>
                                        </p:attrNameLst>
                                      </p:cBhvr>
                                      <p:to>
                                        <p:strVal val="visible"/>
                                      </p:to>
                                    </p:set>
                                    <p:animEffect transition="in" filter="fade">
                                      <p:cBhvr>
                                        <p:cTn id="157" dur="1000"/>
                                        <p:tgtEl>
                                          <p:spTgt spid="6"/>
                                        </p:tgtEl>
                                      </p:cBhvr>
                                    </p:animEffect>
                                  </p:childTnLst>
                                </p:cTn>
                              </p:par>
                            </p:childTnLst>
                          </p:cTn>
                        </p:par>
                        <p:par>
                          <p:cTn id="158" fill="hold">
                            <p:stCondLst>
                              <p:cond delay="32500"/>
                            </p:stCondLst>
                            <p:childTnLst>
                              <p:par>
                                <p:cTn id="159" presetID="10" presetClass="exit" presetSubtype="0" fill="hold" grpId="9" nodeType="afterEffect">
                                  <p:stCondLst>
                                    <p:cond delay="0"/>
                                  </p:stCondLst>
                                  <p:childTnLst>
                                    <p:animEffect transition="out" filter="fade">
                                      <p:cBhvr>
                                        <p:cTn id="160" dur="1000"/>
                                        <p:tgtEl>
                                          <p:spTgt spid="6"/>
                                        </p:tgtEl>
                                      </p:cBhvr>
                                    </p:animEffect>
                                    <p:set>
                                      <p:cBhvr>
                                        <p:cTn id="161" dur="1" fill="hold">
                                          <p:stCondLst>
                                            <p:cond delay="9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animBg="1"/>
      <p:bldP spid="11" grpId="0" animBg="1"/>
      <p:bldP spid="15" grpId="0" animBg="1"/>
      <p:bldP spid="16" grpId="0" animBg="1"/>
      <p:bldP spid="20" grpId="0" animBg="1"/>
      <p:bldP spid="21" grpId="0" animBg="1"/>
      <p:bldP spid="25" grpId="0" animBg="1"/>
      <p:bldP spid="2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A2B"/>
        </a:solidFill>
      </p:bgPr>
    </p:bg>
    <p:spTree>
      <p:nvGrpSpPr>
        <p:cNvPr id="1" name=""/>
        <p:cNvGrpSpPr/>
        <p:nvPr/>
      </p:nvGrpSpPr>
      <p:grpSpPr>
        <a:xfrm>
          <a:off x="0" y="0"/>
          <a:ext cx="0" cy="0"/>
          <a:chOff x="0" y="0"/>
          <a:chExt cx="0" cy="0"/>
        </a:xfrm>
      </p:grpSpPr>
      <p:pic>
        <p:nvPicPr>
          <p:cNvPr id="3" name="img0" descr="cache/pyramids_sunset_1029x1200_0.jpg">    </p:cNvPr>
          <p:cNvPicPr>
            <a:picLocks noChangeAspect="1"/>
          </p:cNvPicPr>
          <p:nvPr/>
        </p:nvPicPr>
        <p:blipFill>
          <a:blip r:embed="rId1"/>
          <a:stretch>
            <a:fillRect/>
          </a:stretch>
        </p:blipFill>
        <p:spPr>
          <a:xfrm>
            <a:off x="6309360" y="0"/>
            <a:ext cx="5882335" cy="6858000"/>
          </a:xfrm>
          <a:prstGeom prst="rect">
            <a:avLst/>
          </a:prstGeom>
        </p:spPr>
      </p:pic>
      <p:pic>
        <p:nvPicPr>
          <p:cNvPr id="4" name="img1" descr="cache/sphinx_night_1029x1200_0.jpg">    </p:cNvPr>
          <p:cNvPicPr>
            <a:picLocks noChangeAspect="1"/>
          </p:cNvPicPr>
          <p:nvPr/>
        </p:nvPicPr>
        <p:blipFill>
          <a:blip r:embed="rId2"/>
          <a:stretch>
            <a:fillRect/>
          </a:stretch>
        </p:blipFill>
        <p:spPr>
          <a:xfrm>
            <a:off x="6309360" y="0"/>
            <a:ext cx="5882335" cy="6858000"/>
          </a:xfrm>
          <a:prstGeom prst="rect">
            <a:avLst/>
          </a:prstGeom>
        </p:spPr>
      </p:pic>
      <p:sp>
        <p:nvSpPr>
          <p:cNvPr id="5" name="title"/>
          <p:cNvSpPr txBox="1"/>
          <p:nvPr/>
        </p:nvSpPr>
        <p:spPr>
          <a:xfrm>
            <a:off x="548640" y="320040"/>
            <a:ext cx="5577840" cy="822960"/>
          </a:xfrm>
          <a:prstGeom prst="rect">
            <a:avLst/>
          </a:prstGeom>
          <a:noFill/>
          <a:ln/>
        </p:spPr>
        <p:txBody>
          <a:bodyPr wrap="square" lIns="0" tIns="0" rIns="0" bIns="0" rtlCol="0" anchor="ctr"/>
          <a:lstStyle/>
          <a:p>
            <a:pPr indent="0" marL="0">
              <a:buNone/>
            </a:pPr>
            <a:r>
              <a:rPr lang="en-US" sz="3800" b="1" dirty="0">
                <a:solidFill>
                  <a:srgbClr val="D4A537"/>
                </a:solidFill>
                <a:latin typeface="Bookman Old Style" pitchFamily="34" charset="0"/>
                <a:ea typeface="Bookman Old Style" pitchFamily="34" charset="-122"/>
                <a:cs typeface="Bookman Old Style" pitchFamily="34" charset="-120"/>
              </a:rPr>
              <a:t>Piramidele din Giza</a:t>
            </a:r>
            <a:endParaRPr lang="en-US" sz="3800" dirty="0"/>
          </a:p>
        </p:txBody>
      </p:sp>
      <p:sp>
        <p:nvSpPr>
          <p:cNvPr id="6" name="sn0"/>
          <p:cNvSpPr txBox="1"/>
          <p:nvPr/>
        </p:nvSpPr>
        <p:spPr>
          <a:xfrm>
            <a:off x="548640" y="1325880"/>
            <a:ext cx="2468880" cy="868680"/>
          </a:xfrm>
          <a:prstGeom prst="rect">
            <a:avLst/>
          </a:prstGeom>
          <a:noFill/>
          <a:ln/>
        </p:spPr>
        <p:txBody>
          <a:bodyPr wrap="square" lIns="0" tIns="0" rIns="0" bIns="0" rtlCol="0" anchor="ctr"/>
          <a:lstStyle/>
          <a:p>
            <a:pPr indent="0" marL="0">
              <a:buNone/>
            </a:pPr>
            <a:r>
              <a:rPr lang="en-US" sz="3600" b="1" dirty="0">
                <a:solidFill>
                  <a:srgbClr val="D4A537"/>
                </a:solidFill>
                <a:latin typeface="Bookman Old Style" pitchFamily="34" charset="0"/>
                <a:ea typeface="Bookman Old Style" pitchFamily="34" charset="-122"/>
                <a:cs typeface="Bookman Old Style" pitchFamily="34" charset="-120"/>
              </a:rPr>
              <a:t>146,6 m</a:t>
            </a:r>
            <a:endParaRPr lang="en-US" sz="3600" dirty="0"/>
          </a:p>
        </p:txBody>
      </p:sp>
      <p:sp>
        <p:nvSpPr>
          <p:cNvPr id="7" name="sl0"/>
          <p:cNvSpPr txBox="1"/>
          <p:nvPr/>
        </p:nvSpPr>
        <p:spPr>
          <a:xfrm>
            <a:off x="3063240" y="1325880"/>
            <a:ext cx="2926080" cy="868680"/>
          </a:xfrm>
          <a:prstGeom prst="rect">
            <a:avLst/>
          </a:prstGeom>
          <a:noFill/>
          <a:ln/>
        </p:spPr>
        <p:txBody>
          <a:bodyPr wrap="square" lIns="0" tIns="0" rIns="0" bIns="0" rtlCol="0" anchor="ctr"/>
          <a:lstStyle/>
          <a:p>
            <a:pPr indent="0" marL="0">
              <a:buNone/>
            </a:pPr>
            <a:r>
              <a:rPr lang="en-US" sz="1500" dirty="0">
                <a:solidFill>
                  <a:srgbClr val="EADBC0"/>
                </a:solidFill>
                <a:latin typeface="Calibri" pitchFamily="34" charset="0"/>
                <a:ea typeface="Calibri" pitchFamily="34" charset="-122"/>
                <a:cs typeface="Calibri" pitchFamily="34" charset="-120"/>
              </a:rPr>
              <a:t>înălțimea inițială a Marii Piramide (azi cca 138 m)</a:t>
            </a:r>
            <a:endParaRPr lang="en-US" sz="1500" dirty="0"/>
          </a:p>
        </p:txBody>
      </p:sp>
      <p:sp>
        <p:nvSpPr>
          <p:cNvPr id="8" name="sn1"/>
          <p:cNvSpPr txBox="1"/>
          <p:nvPr/>
        </p:nvSpPr>
        <p:spPr>
          <a:xfrm>
            <a:off x="548640" y="2377440"/>
            <a:ext cx="2468880" cy="868680"/>
          </a:xfrm>
          <a:prstGeom prst="rect">
            <a:avLst/>
          </a:prstGeom>
          <a:noFill/>
          <a:ln/>
        </p:spPr>
        <p:txBody>
          <a:bodyPr wrap="square" lIns="0" tIns="0" rIns="0" bIns="0" rtlCol="0" anchor="ctr"/>
          <a:lstStyle/>
          <a:p>
            <a:pPr indent="0" marL="0">
              <a:buNone/>
            </a:pPr>
            <a:r>
              <a:rPr lang="en-US" sz="3600" b="1" dirty="0">
                <a:solidFill>
                  <a:srgbClr val="D4A537"/>
                </a:solidFill>
                <a:latin typeface="Bookman Old Style" pitchFamily="34" charset="0"/>
                <a:ea typeface="Bookman Old Style" pitchFamily="34" charset="-122"/>
                <a:cs typeface="Bookman Old Style" pitchFamily="34" charset="-120"/>
              </a:rPr>
              <a:t>2,3 mil.</a:t>
            </a:r>
            <a:endParaRPr lang="en-US" sz="3600" dirty="0"/>
          </a:p>
        </p:txBody>
      </p:sp>
      <p:sp>
        <p:nvSpPr>
          <p:cNvPr id="9" name="sl1"/>
          <p:cNvSpPr txBox="1"/>
          <p:nvPr/>
        </p:nvSpPr>
        <p:spPr>
          <a:xfrm>
            <a:off x="3063240" y="2377440"/>
            <a:ext cx="2926080" cy="868680"/>
          </a:xfrm>
          <a:prstGeom prst="rect">
            <a:avLst/>
          </a:prstGeom>
          <a:noFill/>
          <a:ln/>
        </p:spPr>
        <p:txBody>
          <a:bodyPr wrap="square" lIns="0" tIns="0" rIns="0" bIns="0" rtlCol="0" anchor="ctr"/>
          <a:lstStyle/>
          <a:p>
            <a:pPr indent="0" marL="0">
              <a:buNone/>
            </a:pPr>
            <a:r>
              <a:rPr lang="en-US" sz="1500" dirty="0">
                <a:solidFill>
                  <a:srgbClr val="EADBC0"/>
                </a:solidFill>
                <a:latin typeface="Calibri" pitchFamily="34" charset="0"/>
                <a:ea typeface="Calibri" pitchFamily="34" charset="-122"/>
                <a:cs typeface="Calibri" pitchFamily="34" charset="-120"/>
              </a:rPr>
              <a:t>blocuri de piatră (aprox.)</a:t>
            </a:r>
            <a:endParaRPr lang="en-US" sz="1500" dirty="0"/>
          </a:p>
        </p:txBody>
      </p:sp>
      <p:sp>
        <p:nvSpPr>
          <p:cNvPr id="10" name="sn2"/>
          <p:cNvSpPr txBox="1"/>
          <p:nvPr/>
        </p:nvSpPr>
        <p:spPr>
          <a:xfrm>
            <a:off x="548640" y="3429000"/>
            <a:ext cx="2468880" cy="868680"/>
          </a:xfrm>
          <a:prstGeom prst="rect">
            <a:avLst/>
          </a:prstGeom>
          <a:noFill/>
          <a:ln/>
        </p:spPr>
        <p:txBody>
          <a:bodyPr wrap="square" lIns="0" tIns="0" rIns="0" bIns="0" rtlCol="0" anchor="ctr"/>
          <a:lstStyle/>
          <a:p>
            <a:pPr indent="0" marL="0">
              <a:buNone/>
            </a:pPr>
            <a:r>
              <a:rPr lang="en-US" sz="3600" b="1" dirty="0">
                <a:solidFill>
                  <a:srgbClr val="D4A537"/>
                </a:solidFill>
                <a:latin typeface="Bookman Old Style" pitchFamily="34" charset="0"/>
                <a:ea typeface="Bookman Old Style" pitchFamily="34" charset="-122"/>
                <a:cs typeface="Bookman Old Style" pitchFamily="34" charset="-120"/>
              </a:rPr>
              <a:t>3.800 ani</a:t>
            </a:r>
            <a:endParaRPr lang="en-US" sz="3600" dirty="0"/>
          </a:p>
        </p:txBody>
      </p:sp>
      <p:sp>
        <p:nvSpPr>
          <p:cNvPr id="11" name="sl2"/>
          <p:cNvSpPr txBox="1"/>
          <p:nvPr/>
        </p:nvSpPr>
        <p:spPr>
          <a:xfrm>
            <a:off x="3063240" y="3429000"/>
            <a:ext cx="2926080" cy="868680"/>
          </a:xfrm>
          <a:prstGeom prst="rect">
            <a:avLst/>
          </a:prstGeom>
          <a:noFill/>
          <a:ln/>
        </p:spPr>
        <p:txBody>
          <a:bodyPr wrap="square" lIns="0" tIns="0" rIns="0" bIns="0" rtlCol="0" anchor="ctr"/>
          <a:lstStyle/>
          <a:p>
            <a:pPr indent="0" marL="0">
              <a:buNone/>
            </a:pPr>
            <a:r>
              <a:rPr lang="en-US" sz="1500" dirty="0">
                <a:solidFill>
                  <a:srgbClr val="EADBC0"/>
                </a:solidFill>
                <a:latin typeface="Calibri" pitchFamily="34" charset="0"/>
                <a:ea typeface="Calibri" pitchFamily="34" charset="-122"/>
                <a:cs typeface="Calibri" pitchFamily="34" charset="-120"/>
              </a:rPr>
              <a:t>cea mai înaltă construcție umană</a:t>
            </a:r>
            <a:endParaRPr lang="en-US" sz="1500" dirty="0"/>
          </a:p>
        </p:txBody>
      </p:sp>
      <p:sp>
        <p:nvSpPr>
          <p:cNvPr id="12" name="box"/>
          <p:cNvSpPr/>
          <p:nvPr/>
        </p:nvSpPr>
        <p:spPr>
          <a:xfrm>
            <a:off x="548640" y="4526280"/>
            <a:ext cx="5440680" cy="1783080"/>
          </a:xfrm>
          <a:prstGeom prst="roundRect">
            <a:avLst>
              <a:gd name="adj" fmla="val 6154"/>
            </a:avLst>
          </a:prstGeom>
          <a:solidFill>
            <a:srgbClr val="16263D"/>
          </a:solidFill>
          <a:ln w="12700">
            <a:solidFill>
              <a:srgbClr val="1D3150"/>
            </a:solidFill>
            <a:prstDash val="solid"/>
          </a:ln>
        </p:spPr>
      </p:sp>
      <p:sp>
        <p:nvSpPr>
          <p:cNvPr id="13" name="bul"/>
          <p:cNvSpPr txBox="1"/>
          <p:nvPr/>
        </p:nvSpPr>
        <p:spPr>
          <a:xfrm>
            <a:off x="777240" y="4681728"/>
            <a:ext cx="5029200" cy="1508760"/>
          </a:xfrm>
          <a:prstGeom prst="rect">
            <a:avLst/>
          </a:prstGeom>
          <a:noFill/>
          <a:ln/>
        </p:spPr>
        <p:txBody>
          <a:bodyPr wrap="square" lIns="0" tIns="0" rIns="0" bIns="0" rtlCol="0" anchor="ctr"/>
          <a:lstStyle/>
          <a:p>
            <a:pPr marL="342900" indent="-342900">
              <a:spcAft>
                <a:spcPts val="800"/>
              </a:spcAft>
              <a:buSzPct val="100000"/>
              <a:buChar char="◆"/>
            </a:pPr>
            <a:r>
              <a:rPr lang="en-US" sz="1500" dirty="0">
                <a:solidFill>
                  <a:srgbClr val="EADBC0"/>
                </a:solidFill>
                <a:latin typeface="Calibri" pitchFamily="34" charset="0"/>
                <a:ea typeface="Calibri" pitchFamily="34" charset="-122"/>
                <a:cs typeface="Calibri" pitchFamily="34" charset="-120"/>
              </a:rPr>
              <a:t>Construită cca 2560 î.Hr., în aproximativ 20 de ani</a:t>
            </a:r>
            <a:endParaRPr lang="en-US" sz="1500" dirty="0"/>
          </a:p>
          <a:p>
            <a:pPr marL="342900" indent="-342900">
              <a:spcAft>
                <a:spcPts val="800"/>
              </a:spcAft>
              <a:buSzPct val="100000"/>
              <a:buChar char="◆"/>
            </a:pPr>
            <a:r>
              <a:rPr lang="en-US" sz="1500" dirty="0">
                <a:solidFill>
                  <a:srgbClr val="EADBC0"/>
                </a:solidFill>
                <a:latin typeface="Calibri" pitchFamily="34" charset="0"/>
                <a:ea typeface="Calibri" pitchFamily="34" charset="-122"/>
                <a:cs typeface="Calibri" pitchFamily="34" charset="-120"/>
              </a:rPr>
              <a:t>Keops, Kefren și Mykerinos, păzite de Marele Sfinx</a:t>
            </a:r>
            <a:endParaRPr lang="en-US" sz="1500" dirty="0"/>
          </a:p>
          <a:p>
            <a:pPr marL="342900" indent="-342900">
              <a:spcAft>
                <a:spcPts val="800"/>
              </a:spcAft>
              <a:buSzPct val="100000"/>
              <a:buChar char="◆"/>
            </a:pPr>
            <a:r>
              <a:rPr lang="en-US" sz="1500" dirty="0">
                <a:solidFill>
                  <a:srgbClr val="EADBC0"/>
                </a:solidFill>
                <a:latin typeface="Calibri" pitchFamily="34" charset="0"/>
                <a:ea typeface="Calibri" pitchFamily="34" charset="-122"/>
                <a:cs typeface="Calibri" pitchFamily="34" charset="-120"/>
              </a:rPr>
              <a:t>Singura dintre cele 7 minuni antice încă în picioare</a:t>
            </a:r>
            <a:endParaRPr lang="en-US" sz="1500" dirty="0"/>
          </a:p>
        </p:txBody>
      </p:sp>
    </p:spTree>
  </p:cSld>
  <p:clrMapOvr>
    <a:masterClrMapping/>
  </p:clrMapOvr>
  <p:transition spd="slow">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900"/>
                                        <p:tgtEl>
                                          <p:spTgt spid="3"/>
                                        </p:tgtEl>
                                      </p:cBhvr>
                                    </p:animEffect>
                                  </p:childTnLst>
                                </p:cTn>
                              </p:par>
                              <p:par>
                                <p:cTn id="8" presetID="2" presetClass="entr" presetSubtype="8"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 calcmode="lin" valueType="num">
                                      <p:cBhvr additive="base">
                                        <p:cTn id="10" dur="700" fill="hold" decel="100000"/>
                                        <p:tgtEl>
                                          <p:spTgt spid="5"/>
                                        </p:tgtEl>
                                        <p:attrNameLst>
                                          <p:attrName>ppt_x</p:attrName>
                                        </p:attrNameLst>
                                      </p:cBhvr>
                                      <p:tavLst>
                                        <p:tav tm="0">
                                          <p:val>
                                            <p:strVal val="0-#ppt_w/2"/>
                                          </p:val>
                                        </p:tav>
                                        <p:tav tm="100000">
                                          <p:val>
                                            <p:strVal val="#ppt_x"/>
                                          </p:val>
                                        </p:tav>
                                      </p:tavLst>
                                    </p:anim>
                                    <p:anim calcmode="lin" valueType="num">
                                      <p:cBhvr additive="base">
                                        <p:cTn id="11" dur="700" fill="hold" decel="100000"/>
                                        <p:tgtEl>
                                          <p:spTgt spid="5"/>
                                        </p:tgtEl>
                                        <p:attrNameLst>
                                          <p:attrName>ppt_y</p:attrName>
                                        </p:attrNameLst>
                                      </p:cBhvr>
                                      <p:tavLst>
                                        <p:tav tm="0">
                                          <p:val>
                                            <p:strVal val="#ppt_y"/>
                                          </p:val>
                                        </p:tav>
                                        <p:tav tm="100000">
                                          <p:val>
                                            <p:strVal val="#ppt_y"/>
                                          </p:val>
                                        </p:tav>
                                      </p:tavLst>
                                    </p:anim>
                                  </p:childTnLst>
                                </p:cTn>
                              </p:par>
                            </p:childTnLst>
                          </p:cTn>
                        </p:par>
                        <p:par>
                          <p:cTn id="12" fill="hold">
                            <p:stCondLst>
                              <p:cond delay="700"/>
                            </p:stCondLst>
                            <p:childTnLst>
                              <p:par>
                                <p:cTn id="13" presetID="2" presetClass="entr" presetSubtype="8"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650" fill="hold" decel="100000"/>
                                        <p:tgtEl>
                                          <p:spTgt spid="6"/>
                                        </p:tgtEl>
                                        <p:attrNameLst>
                                          <p:attrName>ppt_x</p:attrName>
                                        </p:attrNameLst>
                                      </p:cBhvr>
                                      <p:tavLst>
                                        <p:tav tm="0">
                                          <p:val>
                                            <p:strVal val="0-#ppt_w/2"/>
                                          </p:val>
                                        </p:tav>
                                        <p:tav tm="100000">
                                          <p:val>
                                            <p:strVal val="#ppt_x"/>
                                          </p:val>
                                        </p:tav>
                                      </p:tavLst>
                                    </p:anim>
                                    <p:anim calcmode="lin" valueType="num">
                                      <p:cBhvr additive="base">
                                        <p:cTn id="16" dur="650" fill="hold" decel="100000"/>
                                        <p:tgtEl>
                                          <p:spTgt spid="6"/>
                                        </p:tgtEl>
                                        <p:attrNameLst>
                                          <p:attrName>ppt_y</p:attrName>
                                        </p:attrNameLst>
                                      </p:cBhvr>
                                      <p:tavLst>
                                        <p:tav tm="0">
                                          <p:val>
                                            <p:strVal val="#ppt_y"/>
                                          </p:val>
                                        </p:tav>
                                        <p:tav tm="100000">
                                          <p:val>
                                            <p:strVal val="#ppt_y"/>
                                          </p:val>
                                        </p:tav>
                                      </p:tavLst>
                                    </p:anim>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700"/>
                                        <p:tgtEl>
                                          <p:spTgt spid="7"/>
                                        </p:tgtEl>
                                      </p:cBhvr>
                                    </p:animEffect>
                                  </p:childTnLst>
                                </p:cTn>
                              </p:par>
                            </p:childTnLst>
                          </p:cTn>
                        </p:par>
                        <p:par>
                          <p:cTn id="20" fill="hold">
                            <p:stCondLst>
                              <p:cond delay="1250"/>
                            </p:stCondLst>
                            <p:childTnLst>
                              <p:par>
                                <p:cTn id="21" presetID="2" presetClass="entr" presetSubtype="8" fill="hold" grpId="0" nodeType="after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650" fill="hold" decel="100000"/>
                                        <p:tgtEl>
                                          <p:spTgt spid="8"/>
                                        </p:tgtEl>
                                        <p:attrNameLst>
                                          <p:attrName>ppt_x</p:attrName>
                                        </p:attrNameLst>
                                      </p:cBhvr>
                                      <p:tavLst>
                                        <p:tav tm="0">
                                          <p:val>
                                            <p:strVal val="0-#ppt_w/2"/>
                                          </p:val>
                                        </p:tav>
                                        <p:tav tm="100000">
                                          <p:val>
                                            <p:strVal val="#ppt_x"/>
                                          </p:val>
                                        </p:tav>
                                      </p:tavLst>
                                    </p:anim>
                                    <p:anim calcmode="lin" valueType="num">
                                      <p:cBhvr additive="base">
                                        <p:cTn id="24" dur="650" fill="hold" decel="100000"/>
                                        <p:tgtEl>
                                          <p:spTgt spid="8"/>
                                        </p:tgtEl>
                                        <p:attrNameLst>
                                          <p:attrName>ppt_y</p:attrName>
                                        </p:attrNameLst>
                                      </p:cBhvr>
                                      <p:tavLst>
                                        <p:tav tm="0">
                                          <p:val>
                                            <p:strVal val="#ppt_y"/>
                                          </p:val>
                                        </p:tav>
                                        <p:tav tm="100000">
                                          <p:val>
                                            <p:strVal val="#ppt_y"/>
                                          </p:val>
                                        </p:tav>
                                      </p:tavLst>
                                    </p:anim>
                                  </p:childTnLst>
                                </p:cTn>
                              </p:par>
                              <p:par>
                                <p:cTn id="25" presetID="10"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700"/>
                                        <p:tgtEl>
                                          <p:spTgt spid="9"/>
                                        </p:tgtEl>
                                      </p:cBhvr>
                                    </p:animEffect>
                                  </p:childTnLst>
                                </p:cTn>
                              </p:par>
                            </p:childTnLst>
                          </p:cTn>
                        </p:par>
                        <p:par>
                          <p:cTn id="28" fill="hold">
                            <p:stCondLst>
                              <p:cond delay="1800"/>
                            </p:stCondLst>
                            <p:childTnLst>
                              <p:par>
                                <p:cTn id="29" presetID="2" presetClass="entr" presetSubtype="8" fill="hold" grpId="0" nodeType="after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650" fill="hold" decel="100000"/>
                                        <p:tgtEl>
                                          <p:spTgt spid="10"/>
                                        </p:tgtEl>
                                        <p:attrNameLst>
                                          <p:attrName>ppt_x</p:attrName>
                                        </p:attrNameLst>
                                      </p:cBhvr>
                                      <p:tavLst>
                                        <p:tav tm="0">
                                          <p:val>
                                            <p:strVal val="0-#ppt_w/2"/>
                                          </p:val>
                                        </p:tav>
                                        <p:tav tm="100000">
                                          <p:val>
                                            <p:strVal val="#ppt_x"/>
                                          </p:val>
                                        </p:tav>
                                      </p:tavLst>
                                    </p:anim>
                                    <p:anim calcmode="lin" valueType="num">
                                      <p:cBhvr additive="base">
                                        <p:cTn id="32" dur="650" fill="hold" decel="100000"/>
                                        <p:tgtEl>
                                          <p:spTgt spid="10"/>
                                        </p:tgtEl>
                                        <p:attrNameLst>
                                          <p:attrName>ppt_y</p:attrName>
                                        </p:attrNameLst>
                                      </p:cBhvr>
                                      <p:tavLst>
                                        <p:tav tm="0">
                                          <p:val>
                                            <p:strVal val="#ppt_y"/>
                                          </p:val>
                                        </p:tav>
                                        <p:tav tm="100000">
                                          <p:val>
                                            <p:strVal val="#ppt_y"/>
                                          </p:val>
                                        </p:tav>
                                      </p:tavLst>
                                    </p:anim>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700"/>
                                        <p:tgtEl>
                                          <p:spTgt spid="11"/>
                                        </p:tgtEl>
                                      </p:cBhvr>
                                    </p:animEffect>
                                  </p:childTnLst>
                                </p:cTn>
                              </p:par>
                            </p:childTnLst>
                          </p:cTn>
                        </p:par>
                        <p:par>
                          <p:cTn id="36" fill="hold">
                            <p:stCondLst>
                              <p:cond delay="2500"/>
                            </p:stCondLst>
                            <p:childTnLst>
                              <p:par>
                                <p:cTn id="37" presetID="22" presetClass="entr" presetSubtype="8" fill="hold" grpId="0" nodeType="after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left)">
                                      <p:cBhvr>
                                        <p:cTn id="39" dur="700"/>
                                        <p:tgtEl>
                                          <p:spTgt spid="12"/>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left)">
                                      <p:cBhvr>
                                        <p:cTn id="42" dur="700"/>
                                        <p:tgtEl>
                                          <p:spTgt spid="13"/>
                                        </p:tgtEl>
                                      </p:cBhvr>
                                    </p:animEffect>
                                  </p:childTnLst>
                                </p:cTn>
                              </p:par>
                            </p:childTnLst>
                          </p:cTn>
                        </p:par>
                        <p:par>
                          <p:cTn id="43" fill="hold">
                            <p:stCondLst>
                              <p:cond delay="3500"/>
                            </p:stCondLst>
                            <p:childTnLst>
                              <p:par>
                                <p:cTn id="44" presetID="10" presetClass="entr" presetSubtype="0" fill="hold" grpId="0" nodeType="afterEffect">
                                  <p:stCondLst>
                                    <p:cond delay="0"/>
                                  </p:stCondLst>
                                  <p:childTnLst>
                                    <p:set>
                                      <p:cBhvr>
                                        <p:cTn id="45" dur="1" fill="hold">
                                          <p:stCondLst>
                                            <p:cond delay="0"/>
                                          </p:stCondLst>
                                        </p:cTn>
                                        <p:tgtEl>
                                          <p:spTgt spid="4"/>
                                        </p:tgtEl>
                                        <p:attrNameLst>
                                          <p:attrName>style.visibility</p:attrName>
                                        </p:attrNameLst>
                                      </p:cBhvr>
                                      <p:to>
                                        <p:strVal val="visible"/>
                                      </p:to>
                                    </p:set>
                                    <p:animEffect transition="in" filter="fade">
                                      <p:cBhvr>
                                        <p:cTn id="46" dur="1000"/>
                                        <p:tgtEl>
                                          <p:spTgt spid="4"/>
                                        </p:tgtEl>
                                      </p:cBhvr>
                                    </p:animEffect>
                                  </p:childTnLst>
                                </p:cTn>
                              </p:par>
                            </p:childTnLst>
                          </p:cTn>
                        </p:par>
                        <p:par>
                          <p:cTn id="47" fill="hold">
                            <p:stCondLst>
                              <p:cond delay="6700"/>
                            </p:stCondLst>
                            <p:childTnLst>
                              <p:par>
                                <p:cTn id="48" presetID="10" presetClass="exit" presetSubtype="0" fill="hold" grpId="1" nodeType="afterEffect">
                                  <p:stCondLst>
                                    <p:cond delay="0"/>
                                  </p:stCondLst>
                                  <p:childTnLst>
                                    <p:animEffect transition="out" filter="fade">
                                      <p:cBhvr>
                                        <p:cTn id="49" dur="1000"/>
                                        <p:tgtEl>
                                          <p:spTgt spid="4"/>
                                        </p:tgtEl>
                                      </p:cBhvr>
                                    </p:animEffect>
                                    <p:set>
                                      <p:cBhvr>
                                        <p:cTn id="50" dur="1" fill="hold">
                                          <p:stCondLst>
                                            <p:cond delay="999"/>
                                          </p:stCondLst>
                                        </p:cTn>
                                        <p:tgtEl>
                                          <p:spTgt spid="4"/>
                                        </p:tgtEl>
                                        <p:attrNameLst>
                                          <p:attrName>style.visibility</p:attrName>
                                        </p:attrNameLst>
                                      </p:cBhvr>
                                      <p:to>
                                        <p:strVal val="hidden"/>
                                      </p:to>
                                    </p:set>
                                  </p:childTnLst>
                                </p:cTn>
                              </p:par>
                            </p:childTnLst>
                          </p:cTn>
                        </p:par>
                        <p:par>
                          <p:cTn id="51" fill="hold">
                            <p:stCondLst>
                              <p:cond delay="9900"/>
                            </p:stCondLst>
                            <p:childTnLst>
                              <p:par>
                                <p:cTn id="52" presetID="10" presetClass="entr" presetSubtype="0" fill="hold" grpId="2" nodeType="afterEffect">
                                  <p:stCondLst>
                                    <p:cond delay="0"/>
                                  </p:stCondLst>
                                  <p:childTnLst>
                                    <p:set>
                                      <p:cBhvr>
                                        <p:cTn id="53" dur="1" fill="hold">
                                          <p:stCondLst>
                                            <p:cond delay="0"/>
                                          </p:stCondLst>
                                        </p:cTn>
                                        <p:tgtEl>
                                          <p:spTgt spid="4"/>
                                        </p:tgtEl>
                                        <p:attrNameLst>
                                          <p:attrName>style.visibility</p:attrName>
                                        </p:attrNameLst>
                                      </p:cBhvr>
                                      <p:to>
                                        <p:strVal val="visible"/>
                                      </p:to>
                                    </p:set>
                                    <p:animEffect transition="in" filter="fade">
                                      <p:cBhvr>
                                        <p:cTn id="54" dur="1000"/>
                                        <p:tgtEl>
                                          <p:spTgt spid="4"/>
                                        </p:tgtEl>
                                      </p:cBhvr>
                                    </p:animEffect>
                                  </p:childTnLst>
                                </p:cTn>
                              </p:par>
                            </p:childTnLst>
                          </p:cTn>
                        </p:par>
                        <p:par>
                          <p:cTn id="55" fill="hold">
                            <p:stCondLst>
                              <p:cond delay="13100"/>
                            </p:stCondLst>
                            <p:childTnLst>
                              <p:par>
                                <p:cTn id="56" presetID="10" presetClass="exit" presetSubtype="0" fill="hold" grpId="3" nodeType="afterEffect">
                                  <p:stCondLst>
                                    <p:cond delay="0"/>
                                  </p:stCondLst>
                                  <p:childTnLst>
                                    <p:animEffect transition="out" filter="fade">
                                      <p:cBhvr>
                                        <p:cTn id="57" dur="1000"/>
                                        <p:tgtEl>
                                          <p:spTgt spid="4"/>
                                        </p:tgtEl>
                                      </p:cBhvr>
                                    </p:animEffect>
                                    <p:set>
                                      <p:cBhvr>
                                        <p:cTn id="58" dur="1" fill="hold">
                                          <p:stCondLst>
                                            <p:cond delay="999"/>
                                          </p:stCondLst>
                                        </p:cTn>
                                        <p:tgtEl>
                                          <p:spTgt spid="4"/>
                                        </p:tgtEl>
                                        <p:attrNameLst>
                                          <p:attrName>style.visibility</p:attrName>
                                        </p:attrNameLst>
                                      </p:cBhvr>
                                      <p:to>
                                        <p:strVal val="hidden"/>
                                      </p:to>
                                    </p:set>
                                  </p:childTnLst>
                                </p:cTn>
                              </p:par>
                            </p:childTnLst>
                          </p:cTn>
                        </p:par>
                        <p:par>
                          <p:cTn id="59" fill="hold">
                            <p:stCondLst>
                              <p:cond delay="16300"/>
                            </p:stCondLst>
                            <p:childTnLst>
                              <p:par>
                                <p:cTn id="60" presetID="10" presetClass="entr" presetSubtype="0" fill="hold" grpId="4" nodeType="afterEffect">
                                  <p:stCondLst>
                                    <p:cond delay="0"/>
                                  </p:stCondLst>
                                  <p:childTnLst>
                                    <p:set>
                                      <p:cBhvr>
                                        <p:cTn id="61" dur="1" fill="hold">
                                          <p:stCondLst>
                                            <p:cond delay="0"/>
                                          </p:stCondLst>
                                        </p:cTn>
                                        <p:tgtEl>
                                          <p:spTgt spid="4"/>
                                        </p:tgtEl>
                                        <p:attrNameLst>
                                          <p:attrName>style.visibility</p:attrName>
                                        </p:attrNameLst>
                                      </p:cBhvr>
                                      <p:to>
                                        <p:strVal val="visible"/>
                                      </p:to>
                                    </p:set>
                                    <p:animEffect transition="in" filter="fade">
                                      <p:cBhvr>
                                        <p:cTn id="62" dur="1000"/>
                                        <p:tgtEl>
                                          <p:spTgt spid="4"/>
                                        </p:tgtEl>
                                      </p:cBhvr>
                                    </p:animEffect>
                                  </p:childTnLst>
                                </p:cTn>
                              </p:par>
                            </p:childTnLst>
                          </p:cTn>
                        </p:par>
                        <p:par>
                          <p:cTn id="63" fill="hold">
                            <p:stCondLst>
                              <p:cond delay="19500"/>
                            </p:stCondLst>
                            <p:childTnLst>
                              <p:par>
                                <p:cTn id="64" presetID="10" presetClass="exit" presetSubtype="0" fill="hold" grpId="5" nodeType="afterEffect">
                                  <p:stCondLst>
                                    <p:cond delay="0"/>
                                  </p:stCondLst>
                                  <p:childTnLst>
                                    <p:animEffect transition="out" filter="fade">
                                      <p:cBhvr>
                                        <p:cTn id="65" dur="1000"/>
                                        <p:tgtEl>
                                          <p:spTgt spid="4"/>
                                        </p:tgtEl>
                                      </p:cBhvr>
                                    </p:animEffect>
                                    <p:set>
                                      <p:cBhvr>
                                        <p:cTn id="66" dur="1" fill="hold">
                                          <p:stCondLst>
                                            <p:cond delay="999"/>
                                          </p:stCondLst>
                                        </p:cTn>
                                        <p:tgtEl>
                                          <p:spTgt spid="4"/>
                                        </p:tgtEl>
                                        <p:attrNameLst>
                                          <p:attrName>style.visibility</p:attrName>
                                        </p:attrNameLst>
                                      </p:cBhvr>
                                      <p:to>
                                        <p:strVal val="hidden"/>
                                      </p:to>
                                    </p:set>
                                  </p:childTnLst>
                                </p:cTn>
                              </p:par>
                            </p:childTnLst>
                          </p:cTn>
                        </p:par>
                        <p:par>
                          <p:cTn id="67" fill="hold">
                            <p:stCondLst>
                              <p:cond delay="22700"/>
                            </p:stCondLst>
                            <p:childTnLst>
                              <p:par>
                                <p:cTn id="68" presetID="10" presetClass="entr" presetSubtype="0" fill="hold" grpId="6" nodeType="afterEffect">
                                  <p:stCondLst>
                                    <p:cond delay="0"/>
                                  </p:stCondLst>
                                  <p:childTnLst>
                                    <p:set>
                                      <p:cBhvr>
                                        <p:cTn id="69" dur="1" fill="hold">
                                          <p:stCondLst>
                                            <p:cond delay="0"/>
                                          </p:stCondLst>
                                        </p:cTn>
                                        <p:tgtEl>
                                          <p:spTgt spid="4"/>
                                        </p:tgtEl>
                                        <p:attrNameLst>
                                          <p:attrName>style.visibility</p:attrName>
                                        </p:attrNameLst>
                                      </p:cBhvr>
                                      <p:to>
                                        <p:strVal val="visible"/>
                                      </p:to>
                                    </p:set>
                                    <p:animEffect transition="in" filter="fade">
                                      <p:cBhvr>
                                        <p:cTn id="70" dur="1000"/>
                                        <p:tgtEl>
                                          <p:spTgt spid="4"/>
                                        </p:tgtEl>
                                      </p:cBhvr>
                                    </p:animEffect>
                                  </p:childTnLst>
                                </p:cTn>
                              </p:par>
                            </p:childTnLst>
                          </p:cTn>
                        </p:par>
                        <p:par>
                          <p:cTn id="71" fill="hold">
                            <p:stCondLst>
                              <p:cond delay="25900"/>
                            </p:stCondLst>
                            <p:childTnLst>
                              <p:par>
                                <p:cTn id="72" presetID="10" presetClass="exit" presetSubtype="0" fill="hold" grpId="7" nodeType="afterEffect">
                                  <p:stCondLst>
                                    <p:cond delay="0"/>
                                  </p:stCondLst>
                                  <p:childTnLst>
                                    <p:animEffect transition="out" filter="fade">
                                      <p:cBhvr>
                                        <p:cTn id="73" dur="1000"/>
                                        <p:tgtEl>
                                          <p:spTgt spid="4"/>
                                        </p:tgtEl>
                                      </p:cBhvr>
                                    </p:animEffect>
                                    <p:set>
                                      <p:cBhvr>
                                        <p:cTn id="74" dur="1" fill="hold">
                                          <p:stCondLst>
                                            <p:cond delay="999"/>
                                          </p:stCondLst>
                                        </p:cTn>
                                        <p:tgtEl>
                                          <p:spTgt spid="4"/>
                                        </p:tgtEl>
                                        <p:attrNameLst>
                                          <p:attrName>style.visibility</p:attrName>
                                        </p:attrNameLst>
                                      </p:cBhvr>
                                      <p:to>
                                        <p:strVal val="hidden"/>
                                      </p:to>
                                    </p:set>
                                  </p:childTnLst>
                                </p:cTn>
                              </p:par>
                            </p:childTnLst>
                          </p:cTn>
                        </p:par>
                        <p:par>
                          <p:cTn id="75" fill="hold">
                            <p:stCondLst>
                              <p:cond delay="29100"/>
                            </p:stCondLst>
                            <p:childTnLst>
                              <p:par>
                                <p:cTn id="76" presetID="10" presetClass="entr" presetSubtype="0" fill="hold" grpId="8" nodeType="afterEffect">
                                  <p:stCondLst>
                                    <p:cond delay="0"/>
                                  </p:stCondLst>
                                  <p:childTnLst>
                                    <p:set>
                                      <p:cBhvr>
                                        <p:cTn id="77" dur="1" fill="hold">
                                          <p:stCondLst>
                                            <p:cond delay="0"/>
                                          </p:stCondLst>
                                        </p:cTn>
                                        <p:tgtEl>
                                          <p:spTgt spid="4"/>
                                        </p:tgtEl>
                                        <p:attrNameLst>
                                          <p:attrName>style.visibility</p:attrName>
                                        </p:attrNameLst>
                                      </p:cBhvr>
                                      <p:to>
                                        <p:strVal val="visible"/>
                                      </p:to>
                                    </p:set>
                                    <p:animEffect transition="in" filter="fade">
                                      <p:cBhvr>
                                        <p:cTn id="78" dur="1000"/>
                                        <p:tgtEl>
                                          <p:spTgt spid="4"/>
                                        </p:tgtEl>
                                      </p:cBhvr>
                                    </p:animEffect>
                                  </p:childTnLst>
                                </p:cTn>
                              </p:par>
                            </p:childTnLst>
                          </p:cTn>
                        </p:par>
                        <p:par>
                          <p:cTn id="79" fill="hold">
                            <p:stCondLst>
                              <p:cond delay="32300"/>
                            </p:stCondLst>
                            <p:childTnLst>
                              <p:par>
                                <p:cTn id="80" presetID="10" presetClass="exit" presetSubtype="0" fill="hold" grpId="9" nodeType="afterEffect">
                                  <p:stCondLst>
                                    <p:cond delay="0"/>
                                  </p:stCondLst>
                                  <p:childTnLst>
                                    <p:animEffect transition="out" filter="fade">
                                      <p:cBhvr>
                                        <p:cTn id="81" dur="1000"/>
                                        <p:tgtEl>
                                          <p:spTgt spid="4"/>
                                        </p:tgtEl>
                                      </p:cBhvr>
                                    </p:animEffect>
                                    <p:set>
                                      <p:cBhvr>
                                        <p:cTn id="82" dur="1" fill="hold">
                                          <p:stCondLst>
                                            <p:cond delay="9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A2B"/>
        </a:solidFill>
      </p:bgPr>
    </p:bg>
    <p:spTree>
      <p:nvGrpSpPr>
        <p:cNvPr id="1" name=""/>
        <p:cNvGrpSpPr/>
        <p:nvPr/>
      </p:nvGrpSpPr>
      <p:grpSpPr>
        <a:xfrm>
          <a:off x="0" y="0"/>
          <a:ext cx="0" cy="0"/>
          <a:chOff x="0" y="0"/>
          <a:chExt cx="0" cy="0"/>
        </a:xfrm>
      </p:grpSpPr>
      <p:sp>
        <p:nvSpPr>
          <p:cNvPr id="3" name="title"/>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3800" b="1" dirty="0">
                <a:solidFill>
                  <a:srgbClr val="D4A537"/>
                </a:solidFill>
                <a:latin typeface="Bookman Old Style" pitchFamily="34" charset="0"/>
                <a:ea typeface="Bookman Old Style" pitchFamily="34" charset="-122"/>
                <a:cs typeface="Bookman Old Style" pitchFamily="34" charset="-120"/>
              </a:rPr>
              <a:t>Religia și zeii</a:t>
            </a:r>
            <a:endParaRPr lang="en-US" sz="3800" dirty="0"/>
          </a:p>
        </p:txBody>
      </p:sp>
      <p:sp>
        <p:nvSpPr>
          <p:cNvPr id="4" name="g0"/>
          <p:cNvSpPr/>
          <p:nvPr/>
        </p:nvSpPr>
        <p:spPr>
          <a:xfrm>
            <a:off x="548640" y="1325880"/>
            <a:ext cx="3520440" cy="1783080"/>
          </a:xfrm>
          <a:prstGeom prst="roundRect">
            <a:avLst>
              <a:gd name="adj" fmla="val 6154"/>
            </a:avLst>
          </a:prstGeom>
          <a:solidFill>
            <a:srgbClr val="16263D"/>
          </a:solidFill>
          <a:ln w="12700">
            <a:solidFill>
              <a:srgbClr val="1D3150"/>
            </a:solidFill>
            <a:prstDash val="solid"/>
          </a:ln>
        </p:spPr>
      </p:sp>
      <p:sp>
        <p:nvSpPr>
          <p:cNvPr id="5" name="gi0_c"/>
          <p:cNvSpPr/>
          <p:nvPr/>
        </p:nvSpPr>
        <p:spPr>
          <a:xfrm>
            <a:off x="822960" y="1691640"/>
            <a:ext cx="1005840" cy="1005840"/>
          </a:xfrm>
          <a:prstGeom prst="ellipse">
            <a:avLst/>
          </a:prstGeom>
          <a:solidFill>
            <a:srgbClr val="D4A537"/>
          </a:solidFill>
          <a:ln w="19050">
            <a:solidFill>
              <a:srgbClr val="D4A537"/>
            </a:solidFill>
            <a:prstDash val="solid"/>
          </a:ln>
        </p:spPr>
      </p:sp>
      <p:pic>
        <p:nvPicPr>
          <p:cNvPr id="6" name="gi0_i" descr="preencoded.png">    </p:cNvPr>
          <p:cNvPicPr>
            <a:picLocks noChangeAspect="1"/>
          </p:cNvPicPr>
          <p:nvPr/>
        </p:nvPicPr>
        <p:blipFill>
          <a:blip r:embed="rId1"/>
          <a:stretch>
            <a:fillRect/>
          </a:stretch>
        </p:blipFill>
        <p:spPr>
          <a:xfrm>
            <a:off x="1024128" y="1892808"/>
            <a:ext cx="603504" cy="603504"/>
          </a:xfrm>
          <a:prstGeom prst="rect">
            <a:avLst/>
          </a:prstGeom>
        </p:spPr>
      </p:pic>
      <p:sp>
        <p:nvSpPr>
          <p:cNvPr id="7" name="gt0"/>
          <p:cNvSpPr txBox="1"/>
          <p:nvPr/>
        </p:nvSpPr>
        <p:spPr>
          <a:xfrm>
            <a:off x="2011680" y="1554480"/>
            <a:ext cx="1874520" cy="1325880"/>
          </a:xfrm>
          <a:prstGeom prst="rect">
            <a:avLst/>
          </a:prstGeom>
          <a:noFill/>
          <a:ln/>
        </p:spPr>
        <p:txBody>
          <a:bodyPr wrap="square" lIns="0" tIns="0" rIns="0" bIns="0" rtlCol="0" anchor="ctr"/>
          <a:lstStyle/>
          <a:p>
            <a:pPr indent="0" marL="0">
              <a:spcAft>
                <a:spcPts val="400"/>
              </a:spcAft>
              <a:buNone/>
            </a:pPr>
            <a:r>
              <a:rPr lang="en-US" sz="2200" b="1" dirty="0">
                <a:solidFill>
                  <a:srgbClr val="D4A537"/>
                </a:solidFill>
                <a:latin typeface="Bookman Old Style" pitchFamily="34" charset="0"/>
                <a:ea typeface="Bookman Old Style" pitchFamily="34" charset="-122"/>
                <a:cs typeface="Bookman Old Style" pitchFamily="34" charset="-120"/>
              </a:rPr>
              <a:t>Ra</a:t>
            </a:r>
            <a:endParaRPr lang="en-US" sz="2200" dirty="0"/>
          </a:p>
          <a:p>
            <a:pPr indent="0" marL="0">
              <a:spcAft>
                <a:spcPts val="400"/>
              </a:spcAft>
              <a:buNone/>
            </a:pPr>
            <a:r>
              <a:rPr lang="en-US" sz="1400" dirty="0">
                <a:solidFill>
                  <a:srgbClr val="EADBC0"/>
                </a:solidFill>
                <a:latin typeface="Calibri" pitchFamily="34" charset="0"/>
                <a:ea typeface="Calibri" pitchFamily="34" charset="-122"/>
                <a:cs typeface="Calibri" pitchFamily="34" charset="-120"/>
              </a:rPr>
              <a:t>zeul Soarelui, creatorul lumii</a:t>
            </a:r>
            <a:endParaRPr lang="en-US" sz="2200" dirty="0"/>
          </a:p>
        </p:txBody>
      </p:sp>
      <p:sp>
        <p:nvSpPr>
          <p:cNvPr id="8" name="g1"/>
          <p:cNvSpPr/>
          <p:nvPr/>
        </p:nvSpPr>
        <p:spPr>
          <a:xfrm>
            <a:off x="4297680" y="1325880"/>
            <a:ext cx="3520440" cy="1783080"/>
          </a:xfrm>
          <a:prstGeom prst="roundRect">
            <a:avLst>
              <a:gd name="adj" fmla="val 6154"/>
            </a:avLst>
          </a:prstGeom>
          <a:solidFill>
            <a:srgbClr val="16263D"/>
          </a:solidFill>
          <a:ln w="12700">
            <a:solidFill>
              <a:srgbClr val="1D3150"/>
            </a:solidFill>
            <a:prstDash val="solid"/>
          </a:ln>
        </p:spPr>
      </p:sp>
      <p:sp>
        <p:nvSpPr>
          <p:cNvPr id="9" name="gi1_c"/>
          <p:cNvSpPr/>
          <p:nvPr/>
        </p:nvSpPr>
        <p:spPr>
          <a:xfrm>
            <a:off x="4572000" y="1691640"/>
            <a:ext cx="1005840" cy="1005840"/>
          </a:xfrm>
          <a:prstGeom prst="ellipse">
            <a:avLst/>
          </a:prstGeom>
          <a:solidFill>
            <a:srgbClr val="2A9D8F"/>
          </a:solidFill>
          <a:ln w="19050">
            <a:solidFill>
              <a:srgbClr val="D4A537"/>
            </a:solidFill>
            <a:prstDash val="solid"/>
          </a:ln>
        </p:spPr>
      </p:sp>
      <p:pic>
        <p:nvPicPr>
          <p:cNvPr id="10" name="gi1_i" descr="preencoded.png">    </p:cNvPr>
          <p:cNvPicPr>
            <a:picLocks noChangeAspect="1"/>
          </p:cNvPicPr>
          <p:nvPr/>
        </p:nvPicPr>
        <p:blipFill>
          <a:blip r:embed="rId2"/>
          <a:stretch>
            <a:fillRect/>
          </a:stretch>
        </p:blipFill>
        <p:spPr>
          <a:xfrm>
            <a:off x="4773168" y="1892808"/>
            <a:ext cx="603504" cy="603504"/>
          </a:xfrm>
          <a:prstGeom prst="rect">
            <a:avLst/>
          </a:prstGeom>
        </p:spPr>
      </p:pic>
      <p:sp>
        <p:nvSpPr>
          <p:cNvPr id="11" name="gt1"/>
          <p:cNvSpPr txBox="1"/>
          <p:nvPr/>
        </p:nvSpPr>
        <p:spPr>
          <a:xfrm>
            <a:off x="5760720" y="1554480"/>
            <a:ext cx="1874520" cy="1325880"/>
          </a:xfrm>
          <a:prstGeom prst="rect">
            <a:avLst/>
          </a:prstGeom>
          <a:noFill/>
          <a:ln/>
        </p:spPr>
        <p:txBody>
          <a:bodyPr wrap="square" lIns="0" tIns="0" rIns="0" bIns="0" rtlCol="0" anchor="ctr"/>
          <a:lstStyle/>
          <a:p>
            <a:pPr indent="0" marL="0">
              <a:spcAft>
                <a:spcPts val="400"/>
              </a:spcAft>
              <a:buNone/>
            </a:pPr>
            <a:r>
              <a:rPr lang="en-US" sz="2200" b="1" dirty="0">
                <a:solidFill>
                  <a:srgbClr val="D4A537"/>
                </a:solidFill>
                <a:latin typeface="Bookman Old Style" pitchFamily="34" charset="0"/>
                <a:ea typeface="Bookman Old Style" pitchFamily="34" charset="-122"/>
                <a:cs typeface="Bookman Old Style" pitchFamily="34" charset="-120"/>
              </a:rPr>
              <a:t>Osiris</a:t>
            </a:r>
            <a:endParaRPr lang="en-US" sz="2200" dirty="0"/>
          </a:p>
          <a:p>
            <a:pPr indent="0" marL="0">
              <a:spcAft>
                <a:spcPts val="400"/>
              </a:spcAft>
              <a:buNone/>
            </a:pPr>
            <a:r>
              <a:rPr lang="en-US" sz="1400" dirty="0">
                <a:solidFill>
                  <a:srgbClr val="EADBC0"/>
                </a:solidFill>
                <a:latin typeface="Calibri" pitchFamily="34" charset="0"/>
                <a:ea typeface="Calibri" pitchFamily="34" charset="-122"/>
                <a:cs typeface="Calibri" pitchFamily="34" charset="-120"/>
              </a:rPr>
              <a:t>zeul morții, renașterii și vieții de apoi</a:t>
            </a:r>
            <a:endParaRPr lang="en-US" sz="2200" dirty="0"/>
          </a:p>
        </p:txBody>
      </p:sp>
      <p:sp>
        <p:nvSpPr>
          <p:cNvPr id="12" name="g2"/>
          <p:cNvSpPr/>
          <p:nvPr/>
        </p:nvSpPr>
        <p:spPr>
          <a:xfrm>
            <a:off x="8046720" y="1325880"/>
            <a:ext cx="3520440" cy="1783080"/>
          </a:xfrm>
          <a:prstGeom prst="roundRect">
            <a:avLst>
              <a:gd name="adj" fmla="val 6154"/>
            </a:avLst>
          </a:prstGeom>
          <a:solidFill>
            <a:srgbClr val="16263D"/>
          </a:solidFill>
          <a:ln w="12700">
            <a:solidFill>
              <a:srgbClr val="1D3150"/>
            </a:solidFill>
            <a:prstDash val="solid"/>
          </a:ln>
        </p:spPr>
      </p:sp>
      <p:sp>
        <p:nvSpPr>
          <p:cNvPr id="13" name="gi2_c"/>
          <p:cNvSpPr/>
          <p:nvPr/>
        </p:nvSpPr>
        <p:spPr>
          <a:xfrm>
            <a:off x="8321040" y="1691640"/>
            <a:ext cx="1005840" cy="1005840"/>
          </a:xfrm>
          <a:prstGeom prst="ellipse">
            <a:avLst/>
          </a:prstGeom>
          <a:solidFill>
            <a:srgbClr val="D4A537"/>
          </a:solidFill>
          <a:ln w="19050">
            <a:solidFill>
              <a:srgbClr val="D4A537"/>
            </a:solidFill>
            <a:prstDash val="solid"/>
          </a:ln>
        </p:spPr>
      </p:sp>
      <p:pic>
        <p:nvPicPr>
          <p:cNvPr id="14" name="gi2_i" descr="preencoded.png">    </p:cNvPr>
          <p:cNvPicPr>
            <a:picLocks noChangeAspect="1"/>
          </p:cNvPicPr>
          <p:nvPr/>
        </p:nvPicPr>
        <p:blipFill>
          <a:blip r:embed="rId3"/>
          <a:stretch>
            <a:fillRect/>
          </a:stretch>
        </p:blipFill>
        <p:spPr>
          <a:xfrm>
            <a:off x="8522208" y="1892808"/>
            <a:ext cx="603504" cy="603504"/>
          </a:xfrm>
          <a:prstGeom prst="rect">
            <a:avLst/>
          </a:prstGeom>
        </p:spPr>
      </p:pic>
      <p:sp>
        <p:nvSpPr>
          <p:cNvPr id="15" name="gt2"/>
          <p:cNvSpPr txBox="1"/>
          <p:nvPr/>
        </p:nvSpPr>
        <p:spPr>
          <a:xfrm>
            <a:off x="9509760" y="1554480"/>
            <a:ext cx="1874520" cy="1325880"/>
          </a:xfrm>
          <a:prstGeom prst="rect">
            <a:avLst/>
          </a:prstGeom>
          <a:noFill/>
          <a:ln/>
        </p:spPr>
        <p:txBody>
          <a:bodyPr wrap="square" lIns="0" tIns="0" rIns="0" bIns="0" rtlCol="0" anchor="ctr"/>
          <a:lstStyle/>
          <a:p>
            <a:pPr indent="0" marL="0">
              <a:spcAft>
                <a:spcPts val="400"/>
              </a:spcAft>
              <a:buNone/>
            </a:pPr>
            <a:r>
              <a:rPr lang="en-US" sz="2200" b="1" dirty="0">
                <a:solidFill>
                  <a:srgbClr val="D4A537"/>
                </a:solidFill>
                <a:latin typeface="Bookman Old Style" pitchFamily="34" charset="0"/>
                <a:ea typeface="Bookman Old Style" pitchFamily="34" charset="-122"/>
                <a:cs typeface="Bookman Old Style" pitchFamily="34" charset="-120"/>
              </a:rPr>
              <a:t>Isis</a:t>
            </a:r>
            <a:endParaRPr lang="en-US" sz="2200" dirty="0"/>
          </a:p>
          <a:p>
            <a:pPr indent="0" marL="0">
              <a:spcAft>
                <a:spcPts val="400"/>
              </a:spcAft>
              <a:buNone/>
            </a:pPr>
            <a:r>
              <a:rPr lang="en-US" sz="1400" dirty="0">
                <a:solidFill>
                  <a:srgbClr val="EADBC0"/>
                </a:solidFill>
                <a:latin typeface="Calibri" pitchFamily="34" charset="0"/>
                <a:ea typeface="Calibri" pitchFamily="34" charset="-122"/>
                <a:cs typeface="Calibri" pitchFamily="34" charset="-120"/>
              </a:rPr>
              <a:t>zeița magiei și a maternității</a:t>
            </a:r>
            <a:endParaRPr lang="en-US" sz="2200" dirty="0"/>
          </a:p>
        </p:txBody>
      </p:sp>
      <p:sp>
        <p:nvSpPr>
          <p:cNvPr id="16" name="g3"/>
          <p:cNvSpPr/>
          <p:nvPr/>
        </p:nvSpPr>
        <p:spPr>
          <a:xfrm>
            <a:off x="548640" y="3337560"/>
            <a:ext cx="3520440" cy="1783080"/>
          </a:xfrm>
          <a:prstGeom prst="roundRect">
            <a:avLst>
              <a:gd name="adj" fmla="val 6154"/>
            </a:avLst>
          </a:prstGeom>
          <a:solidFill>
            <a:srgbClr val="16263D"/>
          </a:solidFill>
          <a:ln w="12700">
            <a:solidFill>
              <a:srgbClr val="1D3150"/>
            </a:solidFill>
            <a:prstDash val="solid"/>
          </a:ln>
        </p:spPr>
      </p:sp>
      <p:sp>
        <p:nvSpPr>
          <p:cNvPr id="17" name="gi3_c"/>
          <p:cNvSpPr/>
          <p:nvPr/>
        </p:nvSpPr>
        <p:spPr>
          <a:xfrm>
            <a:off x="822960" y="3703320"/>
            <a:ext cx="1005840" cy="1005840"/>
          </a:xfrm>
          <a:prstGeom prst="ellipse">
            <a:avLst/>
          </a:prstGeom>
          <a:solidFill>
            <a:srgbClr val="2A9D8F"/>
          </a:solidFill>
          <a:ln w="19050">
            <a:solidFill>
              <a:srgbClr val="D4A537"/>
            </a:solidFill>
            <a:prstDash val="solid"/>
          </a:ln>
        </p:spPr>
      </p:sp>
      <p:pic>
        <p:nvPicPr>
          <p:cNvPr id="18" name="gi3_i" descr="preencoded.png">    </p:cNvPr>
          <p:cNvPicPr>
            <a:picLocks noChangeAspect="1"/>
          </p:cNvPicPr>
          <p:nvPr/>
        </p:nvPicPr>
        <p:blipFill>
          <a:blip r:embed="rId4"/>
          <a:stretch>
            <a:fillRect/>
          </a:stretch>
        </p:blipFill>
        <p:spPr>
          <a:xfrm>
            <a:off x="1024128" y="3904488"/>
            <a:ext cx="603504" cy="603504"/>
          </a:xfrm>
          <a:prstGeom prst="rect">
            <a:avLst/>
          </a:prstGeom>
        </p:spPr>
      </p:pic>
      <p:sp>
        <p:nvSpPr>
          <p:cNvPr id="19" name="gt3"/>
          <p:cNvSpPr txBox="1"/>
          <p:nvPr/>
        </p:nvSpPr>
        <p:spPr>
          <a:xfrm>
            <a:off x="2011680" y="3566160"/>
            <a:ext cx="1874520" cy="1325880"/>
          </a:xfrm>
          <a:prstGeom prst="rect">
            <a:avLst/>
          </a:prstGeom>
          <a:noFill/>
          <a:ln/>
        </p:spPr>
        <p:txBody>
          <a:bodyPr wrap="square" lIns="0" tIns="0" rIns="0" bIns="0" rtlCol="0" anchor="ctr"/>
          <a:lstStyle/>
          <a:p>
            <a:pPr indent="0" marL="0">
              <a:spcAft>
                <a:spcPts val="400"/>
              </a:spcAft>
              <a:buNone/>
            </a:pPr>
            <a:r>
              <a:rPr lang="en-US" sz="2200" b="1" dirty="0">
                <a:solidFill>
                  <a:srgbClr val="D4A537"/>
                </a:solidFill>
                <a:latin typeface="Bookman Old Style" pitchFamily="34" charset="0"/>
                <a:ea typeface="Bookman Old Style" pitchFamily="34" charset="-122"/>
                <a:cs typeface="Bookman Old Style" pitchFamily="34" charset="-120"/>
              </a:rPr>
              <a:t>Horus</a:t>
            </a:r>
            <a:endParaRPr lang="en-US" sz="2200" dirty="0"/>
          </a:p>
          <a:p>
            <a:pPr indent="0" marL="0">
              <a:spcAft>
                <a:spcPts val="400"/>
              </a:spcAft>
              <a:buNone/>
            </a:pPr>
            <a:r>
              <a:rPr lang="en-US" sz="1400" dirty="0">
                <a:solidFill>
                  <a:srgbClr val="EADBC0"/>
                </a:solidFill>
                <a:latin typeface="Calibri" pitchFamily="34" charset="0"/>
                <a:ea typeface="Calibri" pitchFamily="34" charset="-122"/>
                <a:cs typeface="Calibri" pitchFamily="34" charset="-120"/>
              </a:rPr>
              <a:t>zeul-șoim al cerului și al regalității</a:t>
            </a:r>
            <a:endParaRPr lang="en-US" sz="2200" dirty="0"/>
          </a:p>
        </p:txBody>
      </p:sp>
      <p:sp>
        <p:nvSpPr>
          <p:cNvPr id="20" name="g4"/>
          <p:cNvSpPr/>
          <p:nvPr/>
        </p:nvSpPr>
        <p:spPr>
          <a:xfrm>
            <a:off x="4297680" y="3337560"/>
            <a:ext cx="3520440" cy="1783080"/>
          </a:xfrm>
          <a:prstGeom prst="roundRect">
            <a:avLst>
              <a:gd name="adj" fmla="val 6154"/>
            </a:avLst>
          </a:prstGeom>
          <a:solidFill>
            <a:srgbClr val="16263D"/>
          </a:solidFill>
          <a:ln w="12700">
            <a:solidFill>
              <a:srgbClr val="1D3150"/>
            </a:solidFill>
            <a:prstDash val="solid"/>
          </a:ln>
        </p:spPr>
      </p:sp>
      <p:sp>
        <p:nvSpPr>
          <p:cNvPr id="21" name="gi4_c"/>
          <p:cNvSpPr/>
          <p:nvPr/>
        </p:nvSpPr>
        <p:spPr>
          <a:xfrm>
            <a:off x="4572000" y="3703320"/>
            <a:ext cx="1005840" cy="1005840"/>
          </a:xfrm>
          <a:prstGeom prst="ellipse">
            <a:avLst/>
          </a:prstGeom>
          <a:solidFill>
            <a:srgbClr val="D4A537"/>
          </a:solidFill>
          <a:ln w="19050">
            <a:solidFill>
              <a:srgbClr val="D4A537"/>
            </a:solidFill>
            <a:prstDash val="solid"/>
          </a:ln>
        </p:spPr>
      </p:sp>
      <p:pic>
        <p:nvPicPr>
          <p:cNvPr id="22" name="gi4_i" descr="preencoded.png">    </p:cNvPr>
          <p:cNvPicPr>
            <a:picLocks noChangeAspect="1"/>
          </p:cNvPicPr>
          <p:nvPr/>
        </p:nvPicPr>
        <p:blipFill>
          <a:blip r:embed="rId5"/>
          <a:stretch>
            <a:fillRect/>
          </a:stretch>
        </p:blipFill>
        <p:spPr>
          <a:xfrm>
            <a:off x="4773168" y="3904488"/>
            <a:ext cx="603504" cy="603504"/>
          </a:xfrm>
          <a:prstGeom prst="rect">
            <a:avLst/>
          </a:prstGeom>
        </p:spPr>
      </p:pic>
      <p:sp>
        <p:nvSpPr>
          <p:cNvPr id="23" name="gt4"/>
          <p:cNvSpPr txBox="1"/>
          <p:nvPr/>
        </p:nvSpPr>
        <p:spPr>
          <a:xfrm>
            <a:off x="5760720" y="3566160"/>
            <a:ext cx="1874520" cy="1325880"/>
          </a:xfrm>
          <a:prstGeom prst="rect">
            <a:avLst/>
          </a:prstGeom>
          <a:noFill/>
          <a:ln/>
        </p:spPr>
        <p:txBody>
          <a:bodyPr wrap="square" lIns="0" tIns="0" rIns="0" bIns="0" rtlCol="0" anchor="ctr"/>
          <a:lstStyle/>
          <a:p>
            <a:pPr indent="0" marL="0">
              <a:spcAft>
                <a:spcPts val="400"/>
              </a:spcAft>
              <a:buNone/>
            </a:pPr>
            <a:r>
              <a:rPr lang="en-US" sz="2200" b="1" dirty="0">
                <a:solidFill>
                  <a:srgbClr val="D4A537"/>
                </a:solidFill>
                <a:latin typeface="Bookman Old Style" pitchFamily="34" charset="0"/>
                <a:ea typeface="Bookman Old Style" pitchFamily="34" charset="-122"/>
                <a:cs typeface="Bookman Old Style" pitchFamily="34" charset="-120"/>
              </a:rPr>
              <a:t>Anubis</a:t>
            </a:r>
            <a:endParaRPr lang="en-US" sz="2200" dirty="0"/>
          </a:p>
          <a:p>
            <a:pPr indent="0" marL="0">
              <a:spcAft>
                <a:spcPts val="400"/>
              </a:spcAft>
              <a:buNone/>
            </a:pPr>
            <a:r>
              <a:rPr lang="en-US" sz="1400" dirty="0">
                <a:solidFill>
                  <a:srgbClr val="EADBC0"/>
                </a:solidFill>
                <a:latin typeface="Calibri" pitchFamily="34" charset="0"/>
                <a:ea typeface="Calibri" pitchFamily="34" charset="-122"/>
                <a:cs typeface="Calibri" pitchFamily="34" charset="-120"/>
              </a:rPr>
              <a:t>zeul cu cap de șacal al îmbălsămării</a:t>
            </a:r>
            <a:endParaRPr lang="en-US" sz="2200" dirty="0"/>
          </a:p>
        </p:txBody>
      </p:sp>
      <p:sp>
        <p:nvSpPr>
          <p:cNvPr id="24" name="g5"/>
          <p:cNvSpPr/>
          <p:nvPr/>
        </p:nvSpPr>
        <p:spPr>
          <a:xfrm>
            <a:off x="8046720" y="3337560"/>
            <a:ext cx="3520440" cy="1783080"/>
          </a:xfrm>
          <a:prstGeom prst="roundRect">
            <a:avLst>
              <a:gd name="adj" fmla="val 6154"/>
            </a:avLst>
          </a:prstGeom>
          <a:solidFill>
            <a:srgbClr val="16263D"/>
          </a:solidFill>
          <a:ln w="12700">
            <a:solidFill>
              <a:srgbClr val="1D3150"/>
            </a:solidFill>
            <a:prstDash val="solid"/>
          </a:ln>
        </p:spPr>
      </p:sp>
      <p:sp>
        <p:nvSpPr>
          <p:cNvPr id="25" name="gi5_c"/>
          <p:cNvSpPr/>
          <p:nvPr/>
        </p:nvSpPr>
        <p:spPr>
          <a:xfrm>
            <a:off x="8321040" y="3703320"/>
            <a:ext cx="1005840" cy="1005840"/>
          </a:xfrm>
          <a:prstGeom prst="ellipse">
            <a:avLst/>
          </a:prstGeom>
          <a:solidFill>
            <a:srgbClr val="2A9D8F"/>
          </a:solidFill>
          <a:ln w="19050">
            <a:solidFill>
              <a:srgbClr val="D4A537"/>
            </a:solidFill>
            <a:prstDash val="solid"/>
          </a:ln>
        </p:spPr>
      </p:sp>
      <p:pic>
        <p:nvPicPr>
          <p:cNvPr id="26" name="gi5_i" descr="preencoded.png">    </p:cNvPr>
          <p:cNvPicPr>
            <a:picLocks noChangeAspect="1"/>
          </p:cNvPicPr>
          <p:nvPr/>
        </p:nvPicPr>
        <p:blipFill>
          <a:blip r:embed="rId6"/>
          <a:stretch>
            <a:fillRect/>
          </a:stretch>
        </p:blipFill>
        <p:spPr>
          <a:xfrm>
            <a:off x="8522208" y="3904488"/>
            <a:ext cx="603504" cy="603504"/>
          </a:xfrm>
          <a:prstGeom prst="rect">
            <a:avLst/>
          </a:prstGeom>
        </p:spPr>
      </p:pic>
      <p:sp>
        <p:nvSpPr>
          <p:cNvPr id="27" name="gt5"/>
          <p:cNvSpPr txBox="1"/>
          <p:nvPr/>
        </p:nvSpPr>
        <p:spPr>
          <a:xfrm>
            <a:off x="9509760" y="3566160"/>
            <a:ext cx="1874520" cy="1325880"/>
          </a:xfrm>
          <a:prstGeom prst="rect">
            <a:avLst/>
          </a:prstGeom>
          <a:noFill/>
          <a:ln/>
        </p:spPr>
        <p:txBody>
          <a:bodyPr wrap="square" lIns="0" tIns="0" rIns="0" bIns="0" rtlCol="0" anchor="ctr"/>
          <a:lstStyle/>
          <a:p>
            <a:pPr indent="0" marL="0">
              <a:spcAft>
                <a:spcPts val="400"/>
              </a:spcAft>
              <a:buNone/>
            </a:pPr>
            <a:r>
              <a:rPr lang="en-US" sz="2200" b="1" dirty="0">
                <a:solidFill>
                  <a:srgbClr val="D4A537"/>
                </a:solidFill>
                <a:latin typeface="Bookman Old Style" pitchFamily="34" charset="0"/>
                <a:ea typeface="Bookman Old Style" pitchFamily="34" charset="-122"/>
                <a:cs typeface="Bookman Old Style" pitchFamily="34" charset="-120"/>
              </a:rPr>
              <a:t>Thot</a:t>
            </a:r>
            <a:endParaRPr lang="en-US" sz="2200" dirty="0"/>
          </a:p>
          <a:p>
            <a:pPr indent="0" marL="0">
              <a:spcAft>
                <a:spcPts val="400"/>
              </a:spcAft>
              <a:buNone/>
            </a:pPr>
            <a:r>
              <a:rPr lang="en-US" sz="1400" dirty="0">
                <a:solidFill>
                  <a:srgbClr val="EADBC0"/>
                </a:solidFill>
                <a:latin typeface="Calibri" pitchFamily="34" charset="0"/>
                <a:ea typeface="Calibri" pitchFamily="34" charset="-122"/>
                <a:cs typeface="Calibri" pitchFamily="34" charset="-120"/>
              </a:rPr>
              <a:t>zeul înțelepciunii, scrisului și lunii</a:t>
            </a:r>
            <a:endParaRPr lang="en-US" sz="2200" dirty="0"/>
          </a:p>
        </p:txBody>
      </p:sp>
      <p:sp>
        <p:nvSpPr>
          <p:cNvPr id="28" name="maat"/>
          <p:cNvSpPr/>
          <p:nvPr/>
        </p:nvSpPr>
        <p:spPr>
          <a:xfrm>
            <a:off x="548640" y="5440680"/>
            <a:ext cx="11109960" cy="868680"/>
          </a:xfrm>
          <a:prstGeom prst="roundRect">
            <a:avLst>
              <a:gd name="adj" fmla="val 12632"/>
            </a:avLst>
          </a:prstGeom>
          <a:solidFill>
            <a:srgbClr val="2A9D8F"/>
          </a:solidFill>
          <a:ln/>
        </p:spPr>
      </p:sp>
      <p:pic>
        <p:nvPicPr>
          <p:cNvPr id="29" name="maat_i" descr="preencoded.png">    </p:cNvPr>
          <p:cNvPicPr>
            <a:picLocks noChangeAspect="1"/>
          </p:cNvPicPr>
          <p:nvPr/>
        </p:nvPicPr>
        <p:blipFill>
          <a:blip r:embed="rId7"/>
          <a:stretch>
            <a:fillRect/>
          </a:stretch>
        </p:blipFill>
        <p:spPr>
          <a:xfrm>
            <a:off x="822960" y="5559552"/>
            <a:ext cx="640080" cy="640080"/>
          </a:xfrm>
          <a:prstGeom prst="rect">
            <a:avLst/>
          </a:prstGeom>
        </p:spPr>
      </p:pic>
      <p:sp>
        <p:nvSpPr>
          <p:cNvPr id="30" name="maat_t"/>
          <p:cNvSpPr txBox="1"/>
          <p:nvPr/>
        </p:nvSpPr>
        <p:spPr>
          <a:xfrm>
            <a:off x="1645920" y="5532120"/>
            <a:ext cx="9784080" cy="685800"/>
          </a:xfrm>
          <a:prstGeom prst="rect">
            <a:avLst/>
          </a:prstGeom>
          <a:noFill/>
          <a:ln/>
        </p:spPr>
        <p:txBody>
          <a:bodyPr wrap="square" lIns="0" tIns="0" rIns="0" bIns="0" rtlCol="0" anchor="ctr"/>
          <a:lstStyle/>
          <a:p>
            <a:pPr indent="0" marL="0">
              <a:buNone/>
            </a:pPr>
            <a:r>
              <a:rPr lang="en-US" sz="1800" b="1" dirty="0">
                <a:solidFill>
                  <a:srgbClr val="FFFFFF"/>
                </a:solidFill>
                <a:latin typeface="Bookman Old Style" pitchFamily="34" charset="0"/>
                <a:ea typeface="Bookman Old Style" pitchFamily="34" charset="-122"/>
                <a:cs typeface="Bookman Old Style" pitchFamily="34" charset="-120"/>
              </a:rPr>
              <a:t>Maat  </a:t>
            </a:r>
            <a:pPr indent="0" marL="0">
              <a:buNone/>
            </a:pPr>
            <a:r>
              <a:rPr lang="en-US" sz="1800" dirty="0">
                <a:solidFill>
                  <a:srgbClr val="FFFFFF"/>
                </a:solidFill>
                <a:latin typeface="Calibri" pitchFamily="34" charset="0"/>
                <a:ea typeface="Calibri" pitchFamily="34" charset="-122"/>
                <a:cs typeface="Calibri" pitchFamily="34" charset="-120"/>
              </a:rPr>
              <a:t>— zeița și principiul adevărului, dreptății și ordinii cosmice</a:t>
            </a:r>
            <a:endParaRPr lang="en-US" sz="1800" dirty="0"/>
          </a:p>
        </p:txBody>
      </p:sp>
    </p:spTree>
  </p:cSld>
  <p:clrMapOvr>
    <a:masterClrMapping/>
  </p:clrMapOvr>
  <p:transition spd="slow">
    <p:split orient="vert" dir="o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00" fill="hold" decel="100000"/>
                                        <p:tgtEl>
                                          <p:spTgt spid="3"/>
                                        </p:tgtEl>
                                        <p:attrNameLst>
                                          <p:attrName>ppt_x</p:attrName>
                                        </p:attrNameLst>
                                      </p:cBhvr>
                                      <p:tavLst>
                                        <p:tav tm="0">
                                          <p:val>
                                            <p:strVal val="0-#ppt_w/2"/>
                                          </p:val>
                                        </p:tav>
                                        <p:tav tm="100000">
                                          <p:val>
                                            <p:strVal val="#ppt_x"/>
                                          </p:val>
                                        </p:tav>
                                      </p:tavLst>
                                    </p:anim>
                                    <p:anim calcmode="lin" valueType="num">
                                      <p:cBhvr additive="base">
                                        <p:cTn id="8" dur="700" fill="hold" decel="100000"/>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70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50" fill="hold" decel="100000"/>
                                        <p:tgtEl>
                                          <p:spTgt spid="4"/>
                                        </p:tgtEl>
                                        <p:attrNameLst>
                                          <p:attrName>ppt_w</p:attrName>
                                        </p:attrNameLst>
                                      </p:cBhvr>
                                      <p:tavLst>
                                        <p:tav tm="0">
                                          <p:val>
                                            <p:strVal val="0"/>
                                          </p:val>
                                        </p:tav>
                                        <p:tav tm="100000">
                                          <p:val>
                                            <p:strVal val="#ppt_w"/>
                                          </p:val>
                                        </p:tav>
                                      </p:tavLst>
                                    </p:anim>
                                    <p:anim calcmode="lin" valueType="num">
                                      <p:cBhvr additive="base">
                                        <p:cTn id="13" dur="550" fill="hold" decel="100000"/>
                                        <p:tgtEl>
                                          <p:spTgt spid="4"/>
                                        </p:tgtEl>
                                        <p:attrNameLst>
                                          <p:attrName>ppt_h</p:attrName>
                                        </p:attrNameLst>
                                      </p:cBhvr>
                                      <p:tavLst>
                                        <p:tav tm="0">
                                          <p:val>
                                            <p:strVal val="0"/>
                                          </p:val>
                                        </p:tav>
                                        <p:tav tm="100000">
                                          <p:val>
                                            <p:strVal val="#ppt_h"/>
                                          </p:val>
                                        </p:tav>
                                      </p:tavLst>
                                    </p:anim>
                                    <p:animEffect transition="in" filter="fade">
                                      <p:cBhvr>
                                        <p:cTn id="14" dur="550"/>
                                        <p:tgtEl>
                                          <p:spTgt spid="4"/>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50" fill="hold" decel="100000"/>
                                        <p:tgtEl>
                                          <p:spTgt spid="5"/>
                                        </p:tgtEl>
                                        <p:attrNameLst>
                                          <p:attrName>ppt_w</p:attrName>
                                        </p:attrNameLst>
                                      </p:cBhvr>
                                      <p:tavLst>
                                        <p:tav tm="0">
                                          <p:val>
                                            <p:strVal val="0"/>
                                          </p:val>
                                        </p:tav>
                                        <p:tav tm="100000">
                                          <p:val>
                                            <p:strVal val="#ppt_w"/>
                                          </p:val>
                                        </p:tav>
                                      </p:tavLst>
                                    </p:anim>
                                    <p:anim calcmode="lin" valueType="num">
                                      <p:cBhvr additive="base">
                                        <p:cTn id="18" dur="550" fill="hold" decel="100000"/>
                                        <p:tgtEl>
                                          <p:spTgt spid="5"/>
                                        </p:tgtEl>
                                        <p:attrNameLst>
                                          <p:attrName>ppt_h</p:attrName>
                                        </p:attrNameLst>
                                      </p:cBhvr>
                                      <p:tavLst>
                                        <p:tav tm="0">
                                          <p:val>
                                            <p:strVal val="0"/>
                                          </p:val>
                                        </p:tav>
                                        <p:tav tm="100000">
                                          <p:val>
                                            <p:strVal val="#ppt_h"/>
                                          </p:val>
                                        </p:tav>
                                      </p:tavLst>
                                    </p:anim>
                                    <p:animEffect transition="in" filter="fade">
                                      <p:cBhvr>
                                        <p:cTn id="19" dur="550"/>
                                        <p:tgtEl>
                                          <p:spTgt spid="5"/>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50" fill="hold" decel="100000"/>
                                        <p:tgtEl>
                                          <p:spTgt spid="6"/>
                                        </p:tgtEl>
                                        <p:attrNameLst>
                                          <p:attrName>ppt_w</p:attrName>
                                        </p:attrNameLst>
                                      </p:cBhvr>
                                      <p:tavLst>
                                        <p:tav tm="0">
                                          <p:val>
                                            <p:strVal val="0"/>
                                          </p:val>
                                        </p:tav>
                                        <p:tav tm="100000">
                                          <p:val>
                                            <p:strVal val="#ppt_w"/>
                                          </p:val>
                                        </p:tav>
                                      </p:tavLst>
                                    </p:anim>
                                    <p:anim calcmode="lin" valueType="num">
                                      <p:cBhvr additive="base">
                                        <p:cTn id="23" dur="550" fill="hold" decel="100000"/>
                                        <p:tgtEl>
                                          <p:spTgt spid="6"/>
                                        </p:tgtEl>
                                        <p:attrNameLst>
                                          <p:attrName>ppt_h</p:attrName>
                                        </p:attrNameLst>
                                      </p:cBhvr>
                                      <p:tavLst>
                                        <p:tav tm="0">
                                          <p:val>
                                            <p:strVal val="0"/>
                                          </p:val>
                                        </p:tav>
                                        <p:tav tm="100000">
                                          <p:val>
                                            <p:strVal val="#ppt_h"/>
                                          </p:val>
                                        </p:tav>
                                      </p:tavLst>
                                    </p:anim>
                                    <p:animEffect transition="in" filter="fade">
                                      <p:cBhvr>
                                        <p:cTn id="24" dur="550"/>
                                        <p:tgtEl>
                                          <p:spTgt spid="6"/>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50" fill="hold" decel="100000"/>
                                        <p:tgtEl>
                                          <p:spTgt spid="7"/>
                                        </p:tgtEl>
                                        <p:attrNameLst>
                                          <p:attrName>ppt_w</p:attrName>
                                        </p:attrNameLst>
                                      </p:cBhvr>
                                      <p:tavLst>
                                        <p:tav tm="0">
                                          <p:val>
                                            <p:strVal val="0"/>
                                          </p:val>
                                        </p:tav>
                                        <p:tav tm="100000">
                                          <p:val>
                                            <p:strVal val="#ppt_w"/>
                                          </p:val>
                                        </p:tav>
                                      </p:tavLst>
                                    </p:anim>
                                    <p:anim calcmode="lin" valueType="num">
                                      <p:cBhvr additive="base">
                                        <p:cTn id="28" dur="550" fill="hold" decel="100000"/>
                                        <p:tgtEl>
                                          <p:spTgt spid="7"/>
                                        </p:tgtEl>
                                        <p:attrNameLst>
                                          <p:attrName>ppt_h</p:attrName>
                                        </p:attrNameLst>
                                      </p:cBhvr>
                                      <p:tavLst>
                                        <p:tav tm="0">
                                          <p:val>
                                            <p:strVal val="0"/>
                                          </p:val>
                                        </p:tav>
                                        <p:tav tm="100000">
                                          <p:val>
                                            <p:strVal val="#ppt_h"/>
                                          </p:val>
                                        </p:tav>
                                      </p:tavLst>
                                    </p:anim>
                                    <p:animEffect transition="in" filter="fade">
                                      <p:cBhvr>
                                        <p:cTn id="29" dur="550"/>
                                        <p:tgtEl>
                                          <p:spTgt spid="7"/>
                                        </p:tgtEl>
                                      </p:cBhvr>
                                    </p:animEffect>
                                  </p:childTnLst>
                                </p:cTn>
                              </p:par>
                            </p:childTnLst>
                          </p:cTn>
                        </p:par>
                        <p:par>
                          <p:cTn id="30" fill="hold">
                            <p:stCondLst>
                              <p:cond delay="1150"/>
                            </p:stCondLst>
                            <p:childTnLst>
                              <p:par>
                                <p:cTn id="31" presetID="53" presetClass="entr" presetSubtype="16" fill="hold" grpId="0" nodeType="after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50" fill="hold" decel="100000"/>
                                        <p:tgtEl>
                                          <p:spTgt spid="8"/>
                                        </p:tgtEl>
                                        <p:attrNameLst>
                                          <p:attrName>ppt_w</p:attrName>
                                        </p:attrNameLst>
                                      </p:cBhvr>
                                      <p:tavLst>
                                        <p:tav tm="0">
                                          <p:val>
                                            <p:strVal val="0"/>
                                          </p:val>
                                        </p:tav>
                                        <p:tav tm="100000">
                                          <p:val>
                                            <p:strVal val="#ppt_w"/>
                                          </p:val>
                                        </p:tav>
                                      </p:tavLst>
                                    </p:anim>
                                    <p:anim calcmode="lin" valueType="num">
                                      <p:cBhvr additive="base">
                                        <p:cTn id="34" dur="550" fill="hold" decel="100000"/>
                                        <p:tgtEl>
                                          <p:spTgt spid="8"/>
                                        </p:tgtEl>
                                        <p:attrNameLst>
                                          <p:attrName>ppt_h</p:attrName>
                                        </p:attrNameLst>
                                      </p:cBhvr>
                                      <p:tavLst>
                                        <p:tav tm="0">
                                          <p:val>
                                            <p:strVal val="0"/>
                                          </p:val>
                                        </p:tav>
                                        <p:tav tm="100000">
                                          <p:val>
                                            <p:strVal val="#ppt_h"/>
                                          </p:val>
                                        </p:tav>
                                      </p:tavLst>
                                    </p:anim>
                                    <p:animEffect transition="in" filter="fade">
                                      <p:cBhvr>
                                        <p:cTn id="35" dur="550"/>
                                        <p:tgtEl>
                                          <p:spTgt spid="8"/>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9"/>
                                        </p:tgtEl>
                                        <p:attrNameLst>
                                          <p:attrName>style.visibility</p:attrName>
                                        </p:attrNameLst>
                                      </p:cBhvr>
                                      <p:to>
                                        <p:strVal val="visible"/>
                                      </p:to>
                                    </p:set>
                                    <p:anim calcmode="lin" valueType="num">
                                      <p:cBhvr additive="base">
                                        <p:cTn id="38" dur="550" fill="hold" decel="100000"/>
                                        <p:tgtEl>
                                          <p:spTgt spid="9"/>
                                        </p:tgtEl>
                                        <p:attrNameLst>
                                          <p:attrName>ppt_w</p:attrName>
                                        </p:attrNameLst>
                                      </p:cBhvr>
                                      <p:tavLst>
                                        <p:tav tm="0">
                                          <p:val>
                                            <p:strVal val="0"/>
                                          </p:val>
                                        </p:tav>
                                        <p:tav tm="100000">
                                          <p:val>
                                            <p:strVal val="#ppt_w"/>
                                          </p:val>
                                        </p:tav>
                                      </p:tavLst>
                                    </p:anim>
                                    <p:anim calcmode="lin" valueType="num">
                                      <p:cBhvr additive="base">
                                        <p:cTn id="39" dur="550" fill="hold" decel="100000"/>
                                        <p:tgtEl>
                                          <p:spTgt spid="9"/>
                                        </p:tgtEl>
                                        <p:attrNameLst>
                                          <p:attrName>ppt_h</p:attrName>
                                        </p:attrNameLst>
                                      </p:cBhvr>
                                      <p:tavLst>
                                        <p:tav tm="0">
                                          <p:val>
                                            <p:strVal val="0"/>
                                          </p:val>
                                        </p:tav>
                                        <p:tav tm="100000">
                                          <p:val>
                                            <p:strVal val="#ppt_h"/>
                                          </p:val>
                                        </p:tav>
                                      </p:tavLst>
                                    </p:anim>
                                    <p:animEffect transition="in" filter="fade">
                                      <p:cBhvr>
                                        <p:cTn id="40" dur="550"/>
                                        <p:tgtEl>
                                          <p:spTgt spid="9"/>
                                        </p:tgtEl>
                                      </p:cBhvr>
                                    </p:animEffect>
                                  </p:childTnLst>
                                </p:cTn>
                              </p:par>
                              <p:par>
                                <p:cTn id="41" presetID="53" presetClass="entr" presetSubtype="16" fill="hold" grpId="0" nodeType="with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additive="base">
                                        <p:cTn id="43" dur="550" fill="hold" decel="100000"/>
                                        <p:tgtEl>
                                          <p:spTgt spid="10"/>
                                        </p:tgtEl>
                                        <p:attrNameLst>
                                          <p:attrName>ppt_w</p:attrName>
                                        </p:attrNameLst>
                                      </p:cBhvr>
                                      <p:tavLst>
                                        <p:tav tm="0">
                                          <p:val>
                                            <p:strVal val="0"/>
                                          </p:val>
                                        </p:tav>
                                        <p:tav tm="100000">
                                          <p:val>
                                            <p:strVal val="#ppt_w"/>
                                          </p:val>
                                        </p:tav>
                                      </p:tavLst>
                                    </p:anim>
                                    <p:anim calcmode="lin" valueType="num">
                                      <p:cBhvr additive="base">
                                        <p:cTn id="44" dur="550" fill="hold" decel="100000"/>
                                        <p:tgtEl>
                                          <p:spTgt spid="10"/>
                                        </p:tgtEl>
                                        <p:attrNameLst>
                                          <p:attrName>ppt_h</p:attrName>
                                        </p:attrNameLst>
                                      </p:cBhvr>
                                      <p:tavLst>
                                        <p:tav tm="0">
                                          <p:val>
                                            <p:strVal val="0"/>
                                          </p:val>
                                        </p:tav>
                                        <p:tav tm="100000">
                                          <p:val>
                                            <p:strVal val="#ppt_h"/>
                                          </p:val>
                                        </p:tav>
                                      </p:tavLst>
                                    </p:anim>
                                    <p:animEffect transition="in" filter="fade">
                                      <p:cBhvr>
                                        <p:cTn id="45" dur="550"/>
                                        <p:tgtEl>
                                          <p:spTgt spid="10"/>
                                        </p:tgtEl>
                                      </p:cBhvr>
                                    </p:animEffect>
                                  </p:childTnLst>
                                </p:cTn>
                              </p:par>
                              <p:par>
                                <p:cTn id="46" presetID="53" presetClass="entr" presetSubtype="16"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 calcmode="lin" valueType="num">
                                      <p:cBhvr additive="base">
                                        <p:cTn id="48" dur="550" fill="hold" decel="100000"/>
                                        <p:tgtEl>
                                          <p:spTgt spid="11"/>
                                        </p:tgtEl>
                                        <p:attrNameLst>
                                          <p:attrName>ppt_w</p:attrName>
                                        </p:attrNameLst>
                                      </p:cBhvr>
                                      <p:tavLst>
                                        <p:tav tm="0">
                                          <p:val>
                                            <p:strVal val="0"/>
                                          </p:val>
                                        </p:tav>
                                        <p:tav tm="100000">
                                          <p:val>
                                            <p:strVal val="#ppt_w"/>
                                          </p:val>
                                        </p:tav>
                                      </p:tavLst>
                                    </p:anim>
                                    <p:anim calcmode="lin" valueType="num">
                                      <p:cBhvr additive="base">
                                        <p:cTn id="49" dur="550" fill="hold" decel="100000"/>
                                        <p:tgtEl>
                                          <p:spTgt spid="11"/>
                                        </p:tgtEl>
                                        <p:attrNameLst>
                                          <p:attrName>ppt_h</p:attrName>
                                        </p:attrNameLst>
                                      </p:cBhvr>
                                      <p:tavLst>
                                        <p:tav tm="0">
                                          <p:val>
                                            <p:strVal val="0"/>
                                          </p:val>
                                        </p:tav>
                                        <p:tav tm="100000">
                                          <p:val>
                                            <p:strVal val="#ppt_h"/>
                                          </p:val>
                                        </p:tav>
                                      </p:tavLst>
                                    </p:anim>
                                    <p:animEffect transition="in" filter="fade">
                                      <p:cBhvr>
                                        <p:cTn id="50" dur="550"/>
                                        <p:tgtEl>
                                          <p:spTgt spid="11"/>
                                        </p:tgtEl>
                                      </p:cBhvr>
                                    </p:animEffect>
                                  </p:childTnLst>
                                </p:cTn>
                              </p:par>
                            </p:childTnLst>
                          </p:cTn>
                        </p:par>
                        <p:par>
                          <p:cTn id="51" fill="hold">
                            <p:stCondLst>
                              <p:cond delay="1600"/>
                            </p:stCondLst>
                            <p:childTnLst>
                              <p:par>
                                <p:cTn id="52" presetID="53" presetClass="entr" presetSubtype="16" fill="hold" grpId="0" nodeType="afterEffect">
                                  <p:stCondLst>
                                    <p:cond delay="0"/>
                                  </p:stCondLst>
                                  <p:childTnLst>
                                    <p:set>
                                      <p:cBhvr>
                                        <p:cTn id="53" dur="1" fill="hold">
                                          <p:stCondLst>
                                            <p:cond delay="0"/>
                                          </p:stCondLst>
                                        </p:cTn>
                                        <p:tgtEl>
                                          <p:spTgt spid="12"/>
                                        </p:tgtEl>
                                        <p:attrNameLst>
                                          <p:attrName>style.visibility</p:attrName>
                                        </p:attrNameLst>
                                      </p:cBhvr>
                                      <p:to>
                                        <p:strVal val="visible"/>
                                      </p:to>
                                    </p:set>
                                    <p:anim calcmode="lin" valueType="num">
                                      <p:cBhvr additive="base">
                                        <p:cTn id="54" dur="550" fill="hold" decel="100000"/>
                                        <p:tgtEl>
                                          <p:spTgt spid="12"/>
                                        </p:tgtEl>
                                        <p:attrNameLst>
                                          <p:attrName>ppt_w</p:attrName>
                                        </p:attrNameLst>
                                      </p:cBhvr>
                                      <p:tavLst>
                                        <p:tav tm="0">
                                          <p:val>
                                            <p:strVal val="0"/>
                                          </p:val>
                                        </p:tav>
                                        <p:tav tm="100000">
                                          <p:val>
                                            <p:strVal val="#ppt_w"/>
                                          </p:val>
                                        </p:tav>
                                      </p:tavLst>
                                    </p:anim>
                                    <p:anim calcmode="lin" valueType="num">
                                      <p:cBhvr additive="base">
                                        <p:cTn id="55" dur="550" fill="hold" decel="100000"/>
                                        <p:tgtEl>
                                          <p:spTgt spid="12"/>
                                        </p:tgtEl>
                                        <p:attrNameLst>
                                          <p:attrName>ppt_h</p:attrName>
                                        </p:attrNameLst>
                                      </p:cBhvr>
                                      <p:tavLst>
                                        <p:tav tm="0">
                                          <p:val>
                                            <p:strVal val="0"/>
                                          </p:val>
                                        </p:tav>
                                        <p:tav tm="100000">
                                          <p:val>
                                            <p:strVal val="#ppt_h"/>
                                          </p:val>
                                        </p:tav>
                                      </p:tavLst>
                                    </p:anim>
                                    <p:animEffect transition="in" filter="fade">
                                      <p:cBhvr>
                                        <p:cTn id="56" dur="550"/>
                                        <p:tgtEl>
                                          <p:spTgt spid="12"/>
                                        </p:tgtEl>
                                      </p:cBhvr>
                                    </p:animEffect>
                                  </p:childTnLst>
                                </p:cTn>
                              </p:par>
                              <p:par>
                                <p:cTn id="57" presetID="53" presetClass="entr" presetSubtype="16" fill="hold" grpId="0" nodeType="withEffect">
                                  <p:stCondLst>
                                    <p:cond delay="0"/>
                                  </p:stCondLst>
                                  <p:childTnLst>
                                    <p:set>
                                      <p:cBhvr>
                                        <p:cTn id="58" dur="1" fill="hold">
                                          <p:stCondLst>
                                            <p:cond delay="0"/>
                                          </p:stCondLst>
                                        </p:cTn>
                                        <p:tgtEl>
                                          <p:spTgt spid="13"/>
                                        </p:tgtEl>
                                        <p:attrNameLst>
                                          <p:attrName>style.visibility</p:attrName>
                                        </p:attrNameLst>
                                      </p:cBhvr>
                                      <p:to>
                                        <p:strVal val="visible"/>
                                      </p:to>
                                    </p:set>
                                    <p:anim calcmode="lin" valueType="num">
                                      <p:cBhvr additive="base">
                                        <p:cTn id="59" dur="550" fill="hold" decel="100000"/>
                                        <p:tgtEl>
                                          <p:spTgt spid="13"/>
                                        </p:tgtEl>
                                        <p:attrNameLst>
                                          <p:attrName>ppt_w</p:attrName>
                                        </p:attrNameLst>
                                      </p:cBhvr>
                                      <p:tavLst>
                                        <p:tav tm="0">
                                          <p:val>
                                            <p:strVal val="0"/>
                                          </p:val>
                                        </p:tav>
                                        <p:tav tm="100000">
                                          <p:val>
                                            <p:strVal val="#ppt_w"/>
                                          </p:val>
                                        </p:tav>
                                      </p:tavLst>
                                    </p:anim>
                                    <p:anim calcmode="lin" valueType="num">
                                      <p:cBhvr additive="base">
                                        <p:cTn id="60" dur="550" fill="hold" decel="100000"/>
                                        <p:tgtEl>
                                          <p:spTgt spid="13"/>
                                        </p:tgtEl>
                                        <p:attrNameLst>
                                          <p:attrName>ppt_h</p:attrName>
                                        </p:attrNameLst>
                                      </p:cBhvr>
                                      <p:tavLst>
                                        <p:tav tm="0">
                                          <p:val>
                                            <p:strVal val="0"/>
                                          </p:val>
                                        </p:tav>
                                        <p:tav tm="100000">
                                          <p:val>
                                            <p:strVal val="#ppt_h"/>
                                          </p:val>
                                        </p:tav>
                                      </p:tavLst>
                                    </p:anim>
                                    <p:animEffect transition="in" filter="fade">
                                      <p:cBhvr>
                                        <p:cTn id="61" dur="550"/>
                                        <p:tgtEl>
                                          <p:spTgt spid="13"/>
                                        </p:tgtEl>
                                      </p:cBhvr>
                                    </p:animEffect>
                                  </p:childTnLst>
                                </p:cTn>
                              </p:par>
                              <p:par>
                                <p:cTn id="62" presetID="53" presetClass="entr" presetSubtype="16" fill="hold" grpId="0" nodeType="withEffect">
                                  <p:stCondLst>
                                    <p:cond delay="0"/>
                                  </p:stCondLst>
                                  <p:childTnLst>
                                    <p:set>
                                      <p:cBhvr>
                                        <p:cTn id="63" dur="1" fill="hold">
                                          <p:stCondLst>
                                            <p:cond delay="0"/>
                                          </p:stCondLst>
                                        </p:cTn>
                                        <p:tgtEl>
                                          <p:spTgt spid="14"/>
                                        </p:tgtEl>
                                        <p:attrNameLst>
                                          <p:attrName>style.visibility</p:attrName>
                                        </p:attrNameLst>
                                      </p:cBhvr>
                                      <p:to>
                                        <p:strVal val="visible"/>
                                      </p:to>
                                    </p:set>
                                    <p:anim calcmode="lin" valueType="num">
                                      <p:cBhvr additive="base">
                                        <p:cTn id="64" dur="550" fill="hold" decel="100000"/>
                                        <p:tgtEl>
                                          <p:spTgt spid="14"/>
                                        </p:tgtEl>
                                        <p:attrNameLst>
                                          <p:attrName>ppt_w</p:attrName>
                                        </p:attrNameLst>
                                      </p:cBhvr>
                                      <p:tavLst>
                                        <p:tav tm="0">
                                          <p:val>
                                            <p:strVal val="0"/>
                                          </p:val>
                                        </p:tav>
                                        <p:tav tm="100000">
                                          <p:val>
                                            <p:strVal val="#ppt_w"/>
                                          </p:val>
                                        </p:tav>
                                      </p:tavLst>
                                    </p:anim>
                                    <p:anim calcmode="lin" valueType="num">
                                      <p:cBhvr additive="base">
                                        <p:cTn id="65" dur="550" fill="hold" decel="100000"/>
                                        <p:tgtEl>
                                          <p:spTgt spid="14"/>
                                        </p:tgtEl>
                                        <p:attrNameLst>
                                          <p:attrName>ppt_h</p:attrName>
                                        </p:attrNameLst>
                                      </p:cBhvr>
                                      <p:tavLst>
                                        <p:tav tm="0">
                                          <p:val>
                                            <p:strVal val="0"/>
                                          </p:val>
                                        </p:tav>
                                        <p:tav tm="100000">
                                          <p:val>
                                            <p:strVal val="#ppt_h"/>
                                          </p:val>
                                        </p:tav>
                                      </p:tavLst>
                                    </p:anim>
                                    <p:animEffect transition="in" filter="fade">
                                      <p:cBhvr>
                                        <p:cTn id="66" dur="550"/>
                                        <p:tgtEl>
                                          <p:spTgt spid="14"/>
                                        </p:tgtEl>
                                      </p:cBhvr>
                                    </p:animEffect>
                                  </p:childTnLst>
                                </p:cTn>
                              </p:par>
                              <p:par>
                                <p:cTn id="67" presetID="53" presetClass="entr" presetSubtype="16" fill="hold" grpId="0" nodeType="withEffect">
                                  <p:stCondLst>
                                    <p:cond delay="0"/>
                                  </p:stCondLst>
                                  <p:childTnLst>
                                    <p:set>
                                      <p:cBhvr>
                                        <p:cTn id="68" dur="1" fill="hold">
                                          <p:stCondLst>
                                            <p:cond delay="0"/>
                                          </p:stCondLst>
                                        </p:cTn>
                                        <p:tgtEl>
                                          <p:spTgt spid="15"/>
                                        </p:tgtEl>
                                        <p:attrNameLst>
                                          <p:attrName>style.visibility</p:attrName>
                                        </p:attrNameLst>
                                      </p:cBhvr>
                                      <p:to>
                                        <p:strVal val="visible"/>
                                      </p:to>
                                    </p:set>
                                    <p:anim calcmode="lin" valueType="num">
                                      <p:cBhvr additive="base">
                                        <p:cTn id="69" dur="550" fill="hold" decel="100000"/>
                                        <p:tgtEl>
                                          <p:spTgt spid="15"/>
                                        </p:tgtEl>
                                        <p:attrNameLst>
                                          <p:attrName>ppt_w</p:attrName>
                                        </p:attrNameLst>
                                      </p:cBhvr>
                                      <p:tavLst>
                                        <p:tav tm="0">
                                          <p:val>
                                            <p:strVal val="0"/>
                                          </p:val>
                                        </p:tav>
                                        <p:tav tm="100000">
                                          <p:val>
                                            <p:strVal val="#ppt_w"/>
                                          </p:val>
                                        </p:tav>
                                      </p:tavLst>
                                    </p:anim>
                                    <p:anim calcmode="lin" valueType="num">
                                      <p:cBhvr additive="base">
                                        <p:cTn id="70" dur="550" fill="hold" decel="100000"/>
                                        <p:tgtEl>
                                          <p:spTgt spid="15"/>
                                        </p:tgtEl>
                                        <p:attrNameLst>
                                          <p:attrName>ppt_h</p:attrName>
                                        </p:attrNameLst>
                                      </p:cBhvr>
                                      <p:tavLst>
                                        <p:tav tm="0">
                                          <p:val>
                                            <p:strVal val="0"/>
                                          </p:val>
                                        </p:tav>
                                        <p:tav tm="100000">
                                          <p:val>
                                            <p:strVal val="#ppt_h"/>
                                          </p:val>
                                        </p:tav>
                                      </p:tavLst>
                                    </p:anim>
                                    <p:animEffect transition="in" filter="fade">
                                      <p:cBhvr>
                                        <p:cTn id="71" dur="550"/>
                                        <p:tgtEl>
                                          <p:spTgt spid="15"/>
                                        </p:tgtEl>
                                      </p:cBhvr>
                                    </p:animEffect>
                                  </p:childTnLst>
                                </p:cTn>
                              </p:par>
                            </p:childTnLst>
                          </p:cTn>
                        </p:par>
                        <p:par>
                          <p:cTn id="72" fill="hold">
                            <p:stCondLst>
                              <p:cond delay="2050"/>
                            </p:stCondLst>
                            <p:childTnLst>
                              <p:par>
                                <p:cTn id="73" presetID="53" presetClass="entr" presetSubtype="16" fill="hold" grpId="0" nodeType="afterEffect">
                                  <p:stCondLst>
                                    <p:cond delay="0"/>
                                  </p:stCondLst>
                                  <p:childTnLst>
                                    <p:set>
                                      <p:cBhvr>
                                        <p:cTn id="74" dur="1" fill="hold">
                                          <p:stCondLst>
                                            <p:cond delay="0"/>
                                          </p:stCondLst>
                                        </p:cTn>
                                        <p:tgtEl>
                                          <p:spTgt spid="16"/>
                                        </p:tgtEl>
                                        <p:attrNameLst>
                                          <p:attrName>style.visibility</p:attrName>
                                        </p:attrNameLst>
                                      </p:cBhvr>
                                      <p:to>
                                        <p:strVal val="visible"/>
                                      </p:to>
                                    </p:set>
                                    <p:anim calcmode="lin" valueType="num">
                                      <p:cBhvr additive="base">
                                        <p:cTn id="75" dur="550" fill="hold" decel="100000"/>
                                        <p:tgtEl>
                                          <p:spTgt spid="16"/>
                                        </p:tgtEl>
                                        <p:attrNameLst>
                                          <p:attrName>ppt_w</p:attrName>
                                        </p:attrNameLst>
                                      </p:cBhvr>
                                      <p:tavLst>
                                        <p:tav tm="0">
                                          <p:val>
                                            <p:strVal val="0"/>
                                          </p:val>
                                        </p:tav>
                                        <p:tav tm="100000">
                                          <p:val>
                                            <p:strVal val="#ppt_w"/>
                                          </p:val>
                                        </p:tav>
                                      </p:tavLst>
                                    </p:anim>
                                    <p:anim calcmode="lin" valueType="num">
                                      <p:cBhvr additive="base">
                                        <p:cTn id="76" dur="550" fill="hold" decel="100000"/>
                                        <p:tgtEl>
                                          <p:spTgt spid="16"/>
                                        </p:tgtEl>
                                        <p:attrNameLst>
                                          <p:attrName>ppt_h</p:attrName>
                                        </p:attrNameLst>
                                      </p:cBhvr>
                                      <p:tavLst>
                                        <p:tav tm="0">
                                          <p:val>
                                            <p:strVal val="0"/>
                                          </p:val>
                                        </p:tav>
                                        <p:tav tm="100000">
                                          <p:val>
                                            <p:strVal val="#ppt_h"/>
                                          </p:val>
                                        </p:tav>
                                      </p:tavLst>
                                    </p:anim>
                                    <p:animEffect transition="in" filter="fade">
                                      <p:cBhvr>
                                        <p:cTn id="77" dur="550"/>
                                        <p:tgtEl>
                                          <p:spTgt spid="16"/>
                                        </p:tgtEl>
                                      </p:cBhvr>
                                    </p:animEffect>
                                  </p:childTnLst>
                                </p:cTn>
                              </p:par>
                              <p:par>
                                <p:cTn id="78" presetID="53" presetClass="entr" presetSubtype="16" fill="hold" grpId="0" nodeType="withEffect">
                                  <p:stCondLst>
                                    <p:cond delay="0"/>
                                  </p:stCondLst>
                                  <p:childTnLst>
                                    <p:set>
                                      <p:cBhvr>
                                        <p:cTn id="79" dur="1" fill="hold">
                                          <p:stCondLst>
                                            <p:cond delay="0"/>
                                          </p:stCondLst>
                                        </p:cTn>
                                        <p:tgtEl>
                                          <p:spTgt spid="17"/>
                                        </p:tgtEl>
                                        <p:attrNameLst>
                                          <p:attrName>style.visibility</p:attrName>
                                        </p:attrNameLst>
                                      </p:cBhvr>
                                      <p:to>
                                        <p:strVal val="visible"/>
                                      </p:to>
                                    </p:set>
                                    <p:anim calcmode="lin" valueType="num">
                                      <p:cBhvr additive="base">
                                        <p:cTn id="80" dur="550" fill="hold" decel="100000"/>
                                        <p:tgtEl>
                                          <p:spTgt spid="17"/>
                                        </p:tgtEl>
                                        <p:attrNameLst>
                                          <p:attrName>ppt_w</p:attrName>
                                        </p:attrNameLst>
                                      </p:cBhvr>
                                      <p:tavLst>
                                        <p:tav tm="0">
                                          <p:val>
                                            <p:strVal val="0"/>
                                          </p:val>
                                        </p:tav>
                                        <p:tav tm="100000">
                                          <p:val>
                                            <p:strVal val="#ppt_w"/>
                                          </p:val>
                                        </p:tav>
                                      </p:tavLst>
                                    </p:anim>
                                    <p:anim calcmode="lin" valueType="num">
                                      <p:cBhvr additive="base">
                                        <p:cTn id="81" dur="550" fill="hold" decel="100000"/>
                                        <p:tgtEl>
                                          <p:spTgt spid="17"/>
                                        </p:tgtEl>
                                        <p:attrNameLst>
                                          <p:attrName>ppt_h</p:attrName>
                                        </p:attrNameLst>
                                      </p:cBhvr>
                                      <p:tavLst>
                                        <p:tav tm="0">
                                          <p:val>
                                            <p:strVal val="0"/>
                                          </p:val>
                                        </p:tav>
                                        <p:tav tm="100000">
                                          <p:val>
                                            <p:strVal val="#ppt_h"/>
                                          </p:val>
                                        </p:tav>
                                      </p:tavLst>
                                    </p:anim>
                                    <p:animEffect transition="in" filter="fade">
                                      <p:cBhvr>
                                        <p:cTn id="82" dur="550"/>
                                        <p:tgtEl>
                                          <p:spTgt spid="17"/>
                                        </p:tgtEl>
                                      </p:cBhvr>
                                    </p:animEffect>
                                  </p:childTnLst>
                                </p:cTn>
                              </p:par>
                              <p:par>
                                <p:cTn id="83" presetID="53" presetClass="entr" presetSubtype="16" fill="hold" grpId="0" nodeType="withEffect">
                                  <p:stCondLst>
                                    <p:cond delay="0"/>
                                  </p:stCondLst>
                                  <p:childTnLst>
                                    <p:set>
                                      <p:cBhvr>
                                        <p:cTn id="84" dur="1" fill="hold">
                                          <p:stCondLst>
                                            <p:cond delay="0"/>
                                          </p:stCondLst>
                                        </p:cTn>
                                        <p:tgtEl>
                                          <p:spTgt spid="18"/>
                                        </p:tgtEl>
                                        <p:attrNameLst>
                                          <p:attrName>style.visibility</p:attrName>
                                        </p:attrNameLst>
                                      </p:cBhvr>
                                      <p:to>
                                        <p:strVal val="visible"/>
                                      </p:to>
                                    </p:set>
                                    <p:anim calcmode="lin" valueType="num">
                                      <p:cBhvr additive="base">
                                        <p:cTn id="85" dur="550" fill="hold" decel="100000"/>
                                        <p:tgtEl>
                                          <p:spTgt spid="18"/>
                                        </p:tgtEl>
                                        <p:attrNameLst>
                                          <p:attrName>ppt_w</p:attrName>
                                        </p:attrNameLst>
                                      </p:cBhvr>
                                      <p:tavLst>
                                        <p:tav tm="0">
                                          <p:val>
                                            <p:strVal val="0"/>
                                          </p:val>
                                        </p:tav>
                                        <p:tav tm="100000">
                                          <p:val>
                                            <p:strVal val="#ppt_w"/>
                                          </p:val>
                                        </p:tav>
                                      </p:tavLst>
                                    </p:anim>
                                    <p:anim calcmode="lin" valueType="num">
                                      <p:cBhvr additive="base">
                                        <p:cTn id="86" dur="550" fill="hold" decel="100000"/>
                                        <p:tgtEl>
                                          <p:spTgt spid="18"/>
                                        </p:tgtEl>
                                        <p:attrNameLst>
                                          <p:attrName>ppt_h</p:attrName>
                                        </p:attrNameLst>
                                      </p:cBhvr>
                                      <p:tavLst>
                                        <p:tav tm="0">
                                          <p:val>
                                            <p:strVal val="0"/>
                                          </p:val>
                                        </p:tav>
                                        <p:tav tm="100000">
                                          <p:val>
                                            <p:strVal val="#ppt_h"/>
                                          </p:val>
                                        </p:tav>
                                      </p:tavLst>
                                    </p:anim>
                                    <p:animEffect transition="in" filter="fade">
                                      <p:cBhvr>
                                        <p:cTn id="87" dur="550"/>
                                        <p:tgtEl>
                                          <p:spTgt spid="18"/>
                                        </p:tgtEl>
                                      </p:cBhvr>
                                    </p:animEffect>
                                  </p:childTnLst>
                                </p:cTn>
                              </p:par>
                              <p:par>
                                <p:cTn id="88" presetID="53" presetClass="entr" presetSubtype="16" fill="hold" grpId="0" nodeType="withEffect">
                                  <p:stCondLst>
                                    <p:cond delay="0"/>
                                  </p:stCondLst>
                                  <p:childTnLst>
                                    <p:set>
                                      <p:cBhvr>
                                        <p:cTn id="89" dur="1" fill="hold">
                                          <p:stCondLst>
                                            <p:cond delay="0"/>
                                          </p:stCondLst>
                                        </p:cTn>
                                        <p:tgtEl>
                                          <p:spTgt spid="19"/>
                                        </p:tgtEl>
                                        <p:attrNameLst>
                                          <p:attrName>style.visibility</p:attrName>
                                        </p:attrNameLst>
                                      </p:cBhvr>
                                      <p:to>
                                        <p:strVal val="visible"/>
                                      </p:to>
                                    </p:set>
                                    <p:anim calcmode="lin" valueType="num">
                                      <p:cBhvr additive="base">
                                        <p:cTn id="90" dur="550" fill="hold" decel="100000"/>
                                        <p:tgtEl>
                                          <p:spTgt spid="19"/>
                                        </p:tgtEl>
                                        <p:attrNameLst>
                                          <p:attrName>ppt_w</p:attrName>
                                        </p:attrNameLst>
                                      </p:cBhvr>
                                      <p:tavLst>
                                        <p:tav tm="0">
                                          <p:val>
                                            <p:strVal val="0"/>
                                          </p:val>
                                        </p:tav>
                                        <p:tav tm="100000">
                                          <p:val>
                                            <p:strVal val="#ppt_w"/>
                                          </p:val>
                                        </p:tav>
                                      </p:tavLst>
                                    </p:anim>
                                    <p:anim calcmode="lin" valueType="num">
                                      <p:cBhvr additive="base">
                                        <p:cTn id="91" dur="550" fill="hold" decel="100000"/>
                                        <p:tgtEl>
                                          <p:spTgt spid="19"/>
                                        </p:tgtEl>
                                        <p:attrNameLst>
                                          <p:attrName>ppt_h</p:attrName>
                                        </p:attrNameLst>
                                      </p:cBhvr>
                                      <p:tavLst>
                                        <p:tav tm="0">
                                          <p:val>
                                            <p:strVal val="0"/>
                                          </p:val>
                                        </p:tav>
                                        <p:tav tm="100000">
                                          <p:val>
                                            <p:strVal val="#ppt_h"/>
                                          </p:val>
                                        </p:tav>
                                      </p:tavLst>
                                    </p:anim>
                                    <p:animEffect transition="in" filter="fade">
                                      <p:cBhvr>
                                        <p:cTn id="92" dur="550"/>
                                        <p:tgtEl>
                                          <p:spTgt spid="19"/>
                                        </p:tgtEl>
                                      </p:cBhvr>
                                    </p:animEffect>
                                  </p:childTnLst>
                                </p:cTn>
                              </p:par>
                            </p:childTnLst>
                          </p:cTn>
                        </p:par>
                        <p:par>
                          <p:cTn id="93" fill="hold">
                            <p:stCondLst>
                              <p:cond delay="2500"/>
                            </p:stCondLst>
                            <p:childTnLst>
                              <p:par>
                                <p:cTn id="94" presetID="53" presetClass="entr" presetSubtype="16" fill="hold" grpId="0" nodeType="afterEffect">
                                  <p:stCondLst>
                                    <p:cond delay="0"/>
                                  </p:stCondLst>
                                  <p:childTnLst>
                                    <p:set>
                                      <p:cBhvr>
                                        <p:cTn id="95" dur="1" fill="hold">
                                          <p:stCondLst>
                                            <p:cond delay="0"/>
                                          </p:stCondLst>
                                        </p:cTn>
                                        <p:tgtEl>
                                          <p:spTgt spid="20"/>
                                        </p:tgtEl>
                                        <p:attrNameLst>
                                          <p:attrName>style.visibility</p:attrName>
                                        </p:attrNameLst>
                                      </p:cBhvr>
                                      <p:to>
                                        <p:strVal val="visible"/>
                                      </p:to>
                                    </p:set>
                                    <p:anim calcmode="lin" valueType="num">
                                      <p:cBhvr additive="base">
                                        <p:cTn id="96" dur="550" fill="hold" decel="100000"/>
                                        <p:tgtEl>
                                          <p:spTgt spid="20"/>
                                        </p:tgtEl>
                                        <p:attrNameLst>
                                          <p:attrName>ppt_w</p:attrName>
                                        </p:attrNameLst>
                                      </p:cBhvr>
                                      <p:tavLst>
                                        <p:tav tm="0">
                                          <p:val>
                                            <p:strVal val="0"/>
                                          </p:val>
                                        </p:tav>
                                        <p:tav tm="100000">
                                          <p:val>
                                            <p:strVal val="#ppt_w"/>
                                          </p:val>
                                        </p:tav>
                                      </p:tavLst>
                                    </p:anim>
                                    <p:anim calcmode="lin" valueType="num">
                                      <p:cBhvr additive="base">
                                        <p:cTn id="97" dur="550" fill="hold" decel="100000"/>
                                        <p:tgtEl>
                                          <p:spTgt spid="20"/>
                                        </p:tgtEl>
                                        <p:attrNameLst>
                                          <p:attrName>ppt_h</p:attrName>
                                        </p:attrNameLst>
                                      </p:cBhvr>
                                      <p:tavLst>
                                        <p:tav tm="0">
                                          <p:val>
                                            <p:strVal val="0"/>
                                          </p:val>
                                        </p:tav>
                                        <p:tav tm="100000">
                                          <p:val>
                                            <p:strVal val="#ppt_h"/>
                                          </p:val>
                                        </p:tav>
                                      </p:tavLst>
                                    </p:anim>
                                    <p:animEffect transition="in" filter="fade">
                                      <p:cBhvr>
                                        <p:cTn id="98" dur="550"/>
                                        <p:tgtEl>
                                          <p:spTgt spid="20"/>
                                        </p:tgtEl>
                                      </p:cBhvr>
                                    </p:animEffect>
                                  </p:childTnLst>
                                </p:cTn>
                              </p:par>
                              <p:par>
                                <p:cTn id="99" presetID="53" presetClass="entr" presetSubtype="16" fill="hold" grpId="0" nodeType="withEffect">
                                  <p:stCondLst>
                                    <p:cond delay="0"/>
                                  </p:stCondLst>
                                  <p:childTnLst>
                                    <p:set>
                                      <p:cBhvr>
                                        <p:cTn id="100" dur="1" fill="hold">
                                          <p:stCondLst>
                                            <p:cond delay="0"/>
                                          </p:stCondLst>
                                        </p:cTn>
                                        <p:tgtEl>
                                          <p:spTgt spid="21"/>
                                        </p:tgtEl>
                                        <p:attrNameLst>
                                          <p:attrName>style.visibility</p:attrName>
                                        </p:attrNameLst>
                                      </p:cBhvr>
                                      <p:to>
                                        <p:strVal val="visible"/>
                                      </p:to>
                                    </p:set>
                                    <p:anim calcmode="lin" valueType="num">
                                      <p:cBhvr additive="base">
                                        <p:cTn id="101" dur="550" fill="hold" decel="100000"/>
                                        <p:tgtEl>
                                          <p:spTgt spid="21"/>
                                        </p:tgtEl>
                                        <p:attrNameLst>
                                          <p:attrName>ppt_w</p:attrName>
                                        </p:attrNameLst>
                                      </p:cBhvr>
                                      <p:tavLst>
                                        <p:tav tm="0">
                                          <p:val>
                                            <p:strVal val="0"/>
                                          </p:val>
                                        </p:tav>
                                        <p:tav tm="100000">
                                          <p:val>
                                            <p:strVal val="#ppt_w"/>
                                          </p:val>
                                        </p:tav>
                                      </p:tavLst>
                                    </p:anim>
                                    <p:anim calcmode="lin" valueType="num">
                                      <p:cBhvr additive="base">
                                        <p:cTn id="102" dur="550" fill="hold" decel="100000"/>
                                        <p:tgtEl>
                                          <p:spTgt spid="21"/>
                                        </p:tgtEl>
                                        <p:attrNameLst>
                                          <p:attrName>ppt_h</p:attrName>
                                        </p:attrNameLst>
                                      </p:cBhvr>
                                      <p:tavLst>
                                        <p:tav tm="0">
                                          <p:val>
                                            <p:strVal val="0"/>
                                          </p:val>
                                        </p:tav>
                                        <p:tav tm="100000">
                                          <p:val>
                                            <p:strVal val="#ppt_h"/>
                                          </p:val>
                                        </p:tav>
                                      </p:tavLst>
                                    </p:anim>
                                    <p:animEffect transition="in" filter="fade">
                                      <p:cBhvr>
                                        <p:cTn id="103" dur="550"/>
                                        <p:tgtEl>
                                          <p:spTgt spid="21"/>
                                        </p:tgtEl>
                                      </p:cBhvr>
                                    </p:animEffect>
                                  </p:childTnLst>
                                </p:cTn>
                              </p:par>
                              <p:par>
                                <p:cTn id="104" presetID="53" presetClass="entr" presetSubtype="16" fill="hold" grpId="0" nodeType="withEffect">
                                  <p:stCondLst>
                                    <p:cond delay="0"/>
                                  </p:stCondLst>
                                  <p:childTnLst>
                                    <p:set>
                                      <p:cBhvr>
                                        <p:cTn id="105" dur="1" fill="hold">
                                          <p:stCondLst>
                                            <p:cond delay="0"/>
                                          </p:stCondLst>
                                        </p:cTn>
                                        <p:tgtEl>
                                          <p:spTgt spid="22"/>
                                        </p:tgtEl>
                                        <p:attrNameLst>
                                          <p:attrName>style.visibility</p:attrName>
                                        </p:attrNameLst>
                                      </p:cBhvr>
                                      <p:to>
                                        <p:strVal val="visible"/>
                                      </p:to>
                                    </p:set>
                                    <p:anim calcmode="lin" valueType="num">
                                      <p:cBhvr additive="base">
                                        <p:cTn id="106" dur="550" fill="hold" decel="100000"/>
                                        <p:tgtEl>
                                          <p:spTgt spid="22"/>
                                        </p:tgtEl>
                                        <p:attrNameLst>
                                          <p:attrName>ppt_w</p:attrName>
                                        </p:attrNameLst>
                                      </p:cBhvr>
                                      <p:tavLst>
                                        <p:tav tm="0">
                                          <p:val>
                                            <p:strVal val="0"/>
                                          </p:val>
                                        </p:tav>
                                        <p:tav tm="100000">
                                          <p:val>
                                            <p:strVal val="#ppt_w"/>
                                          </p:val>
                                        </p:tav>
                                      </p:tavLst>
                                    </p:anim>
                                    <p:anim calcmode="lin" valueType="num">
                                      <p:cBhvr additive="base">
                                        <p:cTn id="107" dur="550" fill="hold" decel="100000"/>
                                        <p:tgtEl>
                                          <p:spTgt spid="22"/>
                                        </p:tgtEl>
                                        <p:attrNameLst>
                                          <p:attrName>ppt_h</p:attrName>
                                        </p:attrNameLst>
                                      </p:cBhvr>
                                      <p:tavLst>
                                        <p:tav tm="0">
                                          <p:val>
                                            <p:strVal val="0"/>
                                          </p:val>
                                        </p:tav>
                                        <p:tav tm="100000">
                                          <p:val>
                                            <p:strVal val="#ppt_h"/>
                                          </p:val>
                                        </p:tav>
                                      </p:tavLst>
                                    </p:anim>
                                    <p:animEffect transition="in" filter="fade">
                                      <p:cBhvr>
                                        <p:cTn id="108" dur="550"/>
                                        <p:tgtEl>
                                          <p:spTgt spid="22"/>
                                        </p:tgtEl>
                                      </p:cBhvr>
                                    </p:animEffect>
                                  </p:childTnLst>
                                </p:cTn>
                              </p:par>
                              <p:par>
                                <p:cTn id="109" presetID="53" presetClass="entr" presetSubtype="16" fill="hold" grpId="0" nodeType="withEffect">
                                  <p:stCondLst>
                                    <p:cond delay="0"/>
                                  </p:stCondLst>
                                  <p:childTnLst>
                                    <p:set>
                                      <p:cBhvr>
                                        <p:cTn id="110" dur="1" fill="hold">
                                          <p:stCondLst>
                                            <p:cond delay="0"/>
                                          </p:stCondLst>
                                        </p:cTn>
                                        <p:tgtEl>
                                          <p:spTgt spid="23"/>
                                        </p:tgtEl>
                                        <p:attrNameLst>
                                          <p:attrName>style.visibility</p:attrName>
                                        </p:attrNameLst>
                                      </p:cBhvr>
                                      <p:to>
                                        <p:strVal val="visible"/>
                                      </p:to>
                                    </p:set>
                                    <p:anim calcmode="lin" valueType="num">
                                      <p:cBhvr additive="base">
                                        <p:cTn id="111" dur="550" fill="hold" decel="100000"/>
                                        <p:tgtEl>
                                          <p:spTgt spid="23"/>
                                        </p:tgtEl>
                                        <p:attrNameLst>
                                          <p:attrName>ppt_w</p:attrName>
                                        </p:attrNameLst>
                                      </p:cBhvr>
                                      <p:tavLst>
                                        <p:tav tm="0">
                                          <p:val>
                                            <p:strVal val="0"/>
                                          </p:val>
                                        </p:tav>
                                        <p:tav tm="100000">
                                          <p:val>
                                            <p:strVal val="#ppt_w"/>
                                          </p:val>
                                        </p:tav>
                                      </p:tavLst>
                                    </p:anim>
                                    <p:anim calcmode="lin" valueType="num">
                                      <p:cBhvr additive="base">
                                        <p:cTn id="112" dur="550" fill="hold" decel="100000"/>
                                        <p:tgtEl>
                                          <p:spTgt spid="23"/>
                                        </p:tgtEl>
                                        <p:attrNameLst>
                                          <p:attrName>ppt_h</p:attrName>
                                        </p:attrNameLst>
                                      </p:cBhvr>
                                      <p:tavLst>
                                        <p:tav tm="0">
                                          <p:val>
                                            <p:strVal val="0"/>
                                          </p:val>
                                        </p:tav>
                                        <p:tav tm="100000">
                                          <p:val>
                                            <p:strVal val="#ppt_h"/>
                                          </p:val>
                                        </p:tav>
                                      </p:tavLst>
                                    </p:anim>
                                    <p:animEffect transition="in" filter="fade">
                                      <p:cBhvr>
                                        <p:cTn id="113" dur="550"/>
                                        <p:tgtEl>
                                          <p:spTgt spid="23"/>
                                        </p:tgtEl>
                                      </p:cBhvr>
                                    </p:animEffect>
                                  </p:childTnLst>
                                </p:cTn>
                              </p:par>
                            </p:childTnLst>
                          </p:cTn>
                        </p:par>
                        <p:par>
                          <p:cTn id="114" fill="hold">
                            <p:stCondLst>
                              <p:cond delay="2950"/>
                            </p:stCondLst>
                            <p:childTnLst>
                              <p:par>
                                <p:cTn id="115" presetID="53" presetClass="entr" presetSubtype="16" fill="hold" grpId="0" nodeType="afterEffect">
                                  <p:stCondLst>
                                    <p:cond delay="0"/>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550" fill="hold" decel="100000"/>
                                        <p:tgtEl>
                                          <p:spTgt spid="24"/>
                                        </p:tgtEl>
                                        <p:attrNameLst>
                                          <p:attrName>ppt_w</p:attrName>
                                        </p:attrNameLst>
                                      </p:cBhvr>
                                      <p:tavLst>
                                        <p:tav tm="0">
                                          <p:val>
                                            <p:strVal val="0"/>
                                          </p:val>
                                        </p:tav>
                                        <p:tav tm="100000">
                                          <p:val>
                                            <p:strVal val="#ppt_w"/>
                                          </p:val>
                                        </p:tav>
                                      </p:tavLst>
                                    </p:anim>
                                    <p:anim calcmode="lin" valueType="num">
                                      <p:cBhvr additive="base">
                                        <p:cTn id="118" dur="550" fill="hold" decel="100000"/>
                                        <p:tgtEl>
                                          <p:spTgt spid="24"/>
                                        </p:tgtEl>
                                        <p:attrNameLst>
                                          <p:attrName>ppt_h</p:attrName>
                                        </p:attrNameLst>
                                      </p:cBhvr>
                                      <p:tavLst>
                                        <p:tav tm="0">
                                          <p:val>
                                            <p:strVal val="0"/>
                                          </p:val>
                                        </p:tav>
                                        <p:tav tm="100000">
                                          <p:val>
                                            <p:strVal val="#ppt_h"/>
                                          </p:val>
                                        </p:tav>
                                      </p:tavLst>
                                    </p:anim>
                                    <p:animEffect transition="in" filter="fade">
                                      <p:cBhvr>
                                        <p:cTn id="119" dur="550"/>
                                        <p:tgtEl>
                                          <p:spTgt spid="24"/>
                                        </p:tgtEl>
                                      </p:cBhvr>
                                    </p:animEffect>
                                  </p:childTnLst>
                                </p:cTn>
                              </p:par>
                              <p:par>
                                <p:cTn id="120" presetID="53" presetClass="entr" presetSubtype="16" fill="hold" grpId="0" nodeType="withEffect">
                                  <p:stCondLst>
                                    <p:cond delay="0"/>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550" fill="hold" decel="100000"/>
                                        <p:tgtEl>
                                          <p:spTgt spid="25"/>
                                        </p:tgtEl>
                                        <p:attrNameLst>
                                          <p:attrName>ppt_w</p:attrName>
                                        </p:attrNameLst>
                                      </p:cBhvr>
                                      <p:tavLst>
                                        <p:tav tm="0">
                                          <p:val>
                                            <p:strVal val="0"/>
                                          </p:val>
                                        </p:tav>
                                        <p:tav tm="100000">
                                          <p:val>
                                            <p:strVal val="#ppt_w"/>
                                          </p:val>
                                        </p:tav>
                                      </p:tavLst>
                                    </p:anim>
                                    <p:anim calcmode="lin" valueType="num">
                                      <p:cBhvr additive="base">
                                        <p:cTn id="123" dur="550" fill="hold" decel="100000"/>
                                        <p:tgtEl>
                                          <p:spTgt spid="25"/>
                                        </p:tgtEl>
                                        <p:attrNameLst>
                                          <p:attrName>ppt_h</p:attrName>
                                        </p:attrNameLst>
                                      </p:cBhvr>
                                      <p:tavLst>
                                        <p:tav tm="0">
                                          <p:val>
                                            <p:strVal val="0"/>
                                          </p:val>
                                        </p:tav>
                                        <p:tav tm="100000">
                                          <p:val>
                                            <p:strVal val="#ppt_h"/>
                                          </p:val>
                                        </p:tav>
                                      </p:tavLst>
                                    </p:anim>
                                    <p:animEffect transition="in" filter="fade">
                                      <p:cBhvr>
                                        <p:cTn id="124" dur="550"/>
                                        <p:tgtEl>
                                          <p:spTgt spid="25"/>
                                        </p:tgtEl>
                                      </p:cBhvr>
                                    </p:animEffect>
                                  </p:childTnLst>
                                </p:cTn>
                              </p:par>
                              <p:par>
                                <p:cTn id="125" presetID="53" presetClass="entr" presetSubtype="16" fill="hold" grpId="0" nodeType="withEffect">
                                  <p:stCondLst>
                                    <p:cond delay="0"/>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550" fill="hold" decel="100000"/>
                                        <p:tgtEl>
                                          <p:spTgt spid="26"/>
                                        </p:tgtEl>
                                        <p:attrNameLst>
                                          <p:attrName>ppt_w</p:attrName>
                                        </p:attrNameLst>
                                      </p:cBhvr>
                                      <p:tavLst>
                                        <p:tav tm="0">
                                          <p:val>
                                            <p:strVal val="0"/>
                                          </p:val>
                                        </p:tav>
                                        <p:tav tm="100000">
                                          <p:val>
                                            <p:strVal val="#ppt_w"/>
                                          </p:val>
                                        </p:tav>
                                      </p:tavLst>
                                    </p:anim>
                                    <p:anim calcmode="lin" valueType="num">
                                      <p:cBhvr additive="base">
                                        <p:cTn id="128" dur="550" fill="hold" decel="100000"/>
                                        <p:tgtEl>
                                          <p:spTgt spid="26"/>
                                        </p:tgtEl>
                                        <p:attrNameLst>
                                          <p:attrName>ppt_h</p:attrName>
                                        </p:attrNameLst>
                                      </p:cBhvr>
                                      <p:tavLst>
                                        <p:tav tm="0">
                                          <p:val>
                                            <p:strVal val="0"/>
                                          </p:val>
                                        </p:tav>
                                        <p:tav tm="100000">
                                          <p:val>
                                            <p:strVal val="#ppt_h"/>
                                          </p:val>
                                        </p:tav>
                                      </p:tavLst>
                                    </p:anim>
                                    <p:animEffect transition="in" filter="fade">
                                      <p:cBhvr>
                                        <p:cTn id="129" dur="550"/>
                                        <p:tgtEl>
                                          <p:spTgt spid="26"/>
                                        </p:tgtEl>
                                      </p:cBhvr>
                                    </p:animEffect>
                                  </p:childTnLst>
                                </p:cTn>
                              </p:par>
                              <p:par>
                                <p:cTn id="130" presetID="53" presetClass="entr" presetSubtype="16" fill="hold" grpId="0" nodeType="withEffect">
                                  <p:stCondLst>
                                    <p:cond delay="0"/>
                                  </p:stCondLst>
                                  <p:childTnLst>
                                    <p:set>
                                      <p:cBhvr>
                                        <p:cTn id="131" dur="1" fill="hold">
                                          <p:stCondLst>
                                            <p:cond delay="0"/>
                                          </p:stCondLst>
                                        </p:cTn>
                                        <p:tgtEl>
                                          <p:spTgt spid="27"/>
                                        </p:tgtEl>
                                        <p:attrNameLst>
                                          <p:attrName>style.visibility</p:attrName>
                                        </p:attrNameLst>
                                      </p:cBhvr>
                                      <p:to>
                                        <p:strVal val="visible"/>
                                      </p:to>
                                    </p:set>
                                    <p:anim calcmode="lin" valueType="num">
                                      <p:cBhvr additive="base">
                                        <p:cTn id="132" dur="550" fill="hold" decel="100000"/>
                                        <p:tgtEl>
                                          <p:spTgt spid="27"/>
                                        </p:tgtEl>
                                        <p:attrNameLst>
                                          <p:attrName>ppt_w</p:attrName>
                                        </p:attrNameLst>
                                      </p:cBhvr>
                                      <p:tavLst>
                                        <p:tav tm="0">
                                          <p:val>
                                            <p:strVal val="0"/>
                                          </p:val>
                                        </p:tav>
                                        <p:tav tm="100000">
                                          <p:val>
                                            <p:strVal val="#ppt_w"/>
                                          </p:val>
                                        </p:tav>
                                      </p:tavLst>
                                    </p:anim>
                                    <p:anim calcmode="lin" valueType="num">
                                      <p:cBhvr additive="base">
                                        <p:cTn id="133" dur="550" fill="hold" decel="100000"/>
                                        <p:tgtEl>
                                          <p:spTgt spid="27"/>
                                        </p:tgtEl>
                                        <p:attrNameLst>
                                          <p:attrName>ppt_h</p:attrName>
                                        </p:attrNameLst>
                                      </p:cBhvr>
                                      <p:tavLst>
                                        <p:tav tm="0">
                                          <p:val>
                                            <p:strVal val="0"/>
                                          </p:val>
                                        </p:tav>
                                        <p:tav tm="100000">
                                          <p:val>
                                            <p:strVal val="#ppt_h"/>
                                          </p:val>
                                        </p:tav>
                                      </p:tavLst>
                                    </p:anim>
                                    <p:animEffect transition="in" filter="fade">
                                      <p:cBhvr>
                                        <p:cTn id="134" dur="550"/>
                                        <p:tgtEl>
                                          <p:spTgt spid="27"/>
                                        </p:tgtEl>
                                      </p:cBhvr>
                                    </p:animEffect>
                                  </p:childTnLst>
                                </p:cTn>
                              </p:par>
                            </p:childTnLst>
                          </p:cTn>
                        </p:par>
                        <p:par>
                          <p:cTn id="135" fill="hold">
                            <p:stCondLst>
                              <p:cond delay="3700"/>
                            </p:stCondLst>
                            <p:childTnLst>
                              <p:par>
                                <p:cTn id="136" presetID="2" presetClass="entr" presetSubtype="4" fill="hold" grpId="0" nodeType="afterEffect">
                                  <p:stCondLst>
                                    <p:cond delay="0"/>
                                  </p:stCondLst>
                                  <p:childTnLst>
                                    <p:set>
                                      <p:cBhvr>
                                        <p:cTn id="137" dur="1" fill="hold">
                                          <p:stCondLst>
                                            <p:cond delay="0"/>
                                          </p:stCondLst>
                                        </p:cTn>
                                        <p:tgtEl>
                                          <p:spTgt spid="28"/>
                                        </p:tgtEl>
                                        <p:attrNameLst>
                                          <p:attrName>style.visibility</p:attrName>
                                        </p:attrNameLst>
                                      </p:cBhvr>
                                      <p:to>
                                        <p:strVal val="visible"/>
                                      </p:to>
                                    </p:set>
                                    <p:anim calcmode="lin" valueType="num">
                                      <p:cBhvr additive="base">
                                        <p:cTn id="138" dur="700" fill="hold" decel="100000"/>
                                        <p:tgtEl>
                                          <p:spTgt spid="28"/>
                                        </p:tgtEl>
                                        <p:attrNameLst>
                                          <p:attrName>ppt_x</p:attrName>
                                        </p:attrNameLst>
                                      </p:cBhvr>
                                      <p:tavLst>
                                        <p:tav tm="0">
                                          <p:val>
                                            <p:strVal val="#ppt_x"/>
                                          </p:val>
                                        </p:tav>
                                        <p:tav tm="100000">
                                          <p:val>
                                            <p:strVal val="#ppt_x"/>
                                          </p:val>
                                        </p:tav>
                                      </p:tavLst>
                                    </p:anim>
                                    <p:anim calcmode="lin" valueType="num">
                                      <p:cBhvr additive="base">
                                        <p:cTn id="139" dur="700" fill="hold" decel="100000"/>
                                        <p:tgtEl>
                                          <p:spTgt spid="28"/>
                                        </p:tgtEl>
                                        <p:attrNameLst>
                                          <p:attrName>ppt_y</p:attrName>
                                        </p:attrNameLst>
                                      </p:cBhvr>
                                      <p:tavLst>
                                        <p:tav tm="0">
                                          <p:val>
                                            <p:strVal val="1+#ppt_h/2"/>
                                          </p:val>
                                        </p:tav>
                                        <p:tav tm="100000">
                                          <p:val>
                                            <p:strVal val="#ppt_y"/>
                                          </p:val>
                                        </p:tav>
                                      </p:tavLst>
                                    </p:anim>
                                  </p:childTnLst>
                                </p:cTn>
                              </p:par>
                              <p:par>
                                <p:cTn id="140" presetID="2" presetClass="entr" presetSubtype="4" fill="hold" grpId="0" nodeType="withEffect">
                                  <p:stCondLst>
                                    <p:cond delay="0"/>
                                  </p:stCondLst>
                                  <p:childTnLst>
                                    <p:set>
                                      <p:cBhvr>
                                        <p:cTn id="141" dur="1" fill="hold">
                                          <p:stCondLst>
                                            <p:cond delay="0"/>
                                          </p:stCondLst>
                                        </p:cTn>
                                        <p:tgtEl>
                                          <p:spTgt spid="29"/>
                                        </p:tgtEl>
                                        <p:attrNameLst>
                                          <p:attrName>style.visibility</p:attrName>
                                        </p:attrNameLst>
                                      </p:cBhvr>
                                      <p:to>
                                        <p:strVal val="visible"/>
                                      </p:to>
                                    </p:set>
                                    <p:anim calcmode="lin" valueType="num">
                                      <p:cBhvr additive="base">
                                        <p:cTn id="142" dur="700" fill="hold" decel="100000"/>
                                        <p:tgtEl>
                                          <p:spTgt spid="29"/>
                                        </p:tgtEl>
                                        <p:attrNameLst>
                                          <p:attrName>ppt_x</p:attrName>
                                        </p:attrNameLst>
                                      </p:cBhvr>
                                      <p:tavLst>
                                        <p:tav tm="0">
                                          <p:val>
                                            <p:strVal val="#ppt_x"/>
                                          </p:val>
                                        </p:tav>
                                        <p:tav tm="100000">
                                          <p:val>
                                            <p:strVal val="#ppt_x"/>
                                          </p:val>
                                        </p:tav>
                                      </p:tavLst>
                                    </p:anim>
                                    <p:anim calcmode="lin" valueType="num">
                                      <p:cBhvr additive="base">
                                        <p:cTn id="143" dur="700" fill="hold" decel="100000"/>
                                        <p:tgtEl>
                                          <p:spTgt spid="29"/>
                                        </p:tgtEl>
                                        <p:attrNameLst>
                                          <p:attrName>ppt_y</p:attrName>
                                        </p:attrNameLst>
                                      </p:cBhvr>
                                      <p:tavLst>
                                        <p:tav tm="0">
                                          <p:val>
                                            <p:strVal val="1+#ppt_h/2"/>
                                          </p:val>
                                        </p:tav>
                                        <p:tav tm="100000">
                                          <p:val>
                                            <p:strVal val="#ppt_y"/>
                                          </p:val>
                                        </p:tav>
                                      </p:tavLst>
                                    </p:anim>
                                  </p:childTnLst>
                                </p:cTn>
                              </p:par>
                              <p:par>
                                <p:cTn id="144" presetID="2" presetClass="entr" presetSubtype="4" fill="hold" grpId="0" nodeType="withEffect">
                                  <p:stCondLst>
                                    <p:cond delay="0"/>
                                  </p:stCondLst>
                                  <p:childTnLst>
                                    <p:set>
                                      <p:cBhvr>
                                        <p:cTn id="145" dur="1" fill="hold">
                                          <p:stCondLst>
                                            <p:cond delay="0"/>
                                          </p:stCondLst>
                                        </p:cTn>
                                        <p:tgtEl>
                                          <p:spTgt spid="30"/>
                                        </p:tgtEl>
                                        <p:attrNameLst>
                                          <p:attrName>style.visibility</p:attrName>
                                        </p:attrNameLst>
                                      </p:cBhvr>
                                      <p:to>
                                        <p:strVal val="visible"/>
                                      </p:to>
                                    </p:set>
                                    <p:anim calcmode="lin" valueType="num">
                                      <p:cBhvr additive="base">
                                        <p:cTn id="146" dur="700" fill="hold" decel="100000"/>
                                        <p:tgtEl>
                                          <p:spTgt spid="30"/>
                                        </p:tgtEl>
                                        <p:attrNameLst>
                                          <p:attrName>ppt_x</p:attrName>
                                        </p:attrNameLst>
                                      </p:cBhvr>
                                      <p:tavLst>
                                        <p:tav tm="0">
                                          <p:val>
                                            <p:strVal val="#ppt_x"/>
                                          </p:val>
                                        </p:tav>
                                        <p:tav tm="100000">
                                          <p:val>
                                            <p:strVal val="#ppt_x"/>
                                          </p:val>
                                        </p:tav>
                                      </p:tavLst>
                                    </p:anim>
                                    <p:anim calcmode="lin" valueType="num">
                                      <p:cBhvr additive="base">
                                        <p:cTn id="147" dur="700" fill="hold" decel="100000"/>
                                        <p:tgtEl>
                                          <p:spTgt spid="30"/>
                                        </p:tgtEl>
                                        <p:attrNameLst>
                                          <p:attrName>ppt_y</p:attrName>
                                        </p:attrNameLst>
                                      </p:cBhvr>
                                      <p:tavLst>
                                        <p:tav tm="0">
                                          <p:val>
                                            <p:strVal val="1+#ppt_h/2"/>
                                          </p:val>
                                        </p:tav>
                                        <p:tav tm="100000">
                                          <p:val>
                                            <p:strVal val="#ppt_y"/>
                                          </p:val>
                                        </p:tav>
                                      </p:tavLst>
                                    </p:anim>
                                  </p:childTnLst>
                                </p:cTn>
                              </p:par>
                            </p:childTnLst>
                          </p:cTn>
                        </p:par>
                        <p:par>
                          <p:cTn id="148" fill="hold">
                            <p:stCondLst>
                              <p:cond delay="4600"/>
                            </p:stCondLst>
                            <p:childTnLst>
                              <p:par>
                                <p:cTn id="149" presetID="6" presetClass="emph" presetSubtype="0" fill="hold" grpId="1" nodeType="afterEffect">
                                  <p:stCondLst>
                                    <p:cond delay="0"/>
                                  </p:stCondLst>
                                  <p:childTnLst>
                                    <p:animScale>
                                      <p:cBhvr>
                                        <p:cTn id="150" dur="600" autoRev="1" fill="hold"/>
                                        <p:tgtEl>
                                          <p:spTgt spid="29"/>
                                        </p:tgtEl>
                                      </p:cBhvr>
                                      <p:by x="120000" y="12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P spid="11" grpId="0" animBg="1"/>
      <p:bldP spid="15" grpId="0" animBg="1"/>
      <p:bldP spid="19" grpId="0" animBg="1"/>
      <p:bldP spid="23" grpId="0" animBg="1"/>
      <p:bldP spid="27" grpId="0" animBg="1"/>
      <p:bldP spid="3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A2B"/>
        </a:solidFill>
      </p:bgPr>
    </p:bg>
    <p:spTree>
      <p:nvGrpSpPr>
        <p:cNvPr id="1" name=""/>
        <p:cNvGrpSpPr/>
        <p:nvPr/>
      </p:nvGrpSpPr>
      <p:grpSpPr>
        <a:xfrm>
          <a:off x="0" y="0"/>
          <a:ext cx="0" cy="0"/>
          <a:chOff x="0" y="0"/>
          <a:chExt cx="0" cy="0"/>
        </a:xfrm>
      </p:grpSpPr>
      <p:sp>
        <p:nvSpPr>
          <p:cNvPr id="3" name="title"/>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3800" b="1" dirty="0">
                <a:solidFill>
                  <a:srgbClr val="D4A537"/>
                </a:solidFill>
                <a:latin typeface="Bookman Old Style" pitchFamily="34" charset="0"/>
                <a:ea typeface="Bookman Old Style" pitchFamily="34" charset="-122"/>
                <a:cs typeface="Bookman Old Style" pitchFamily="34" charset="-120"/>
              </a:rPr>
              <a:t>Mumificarea și viața de apoi</a:t>
            </a:r>
            <a:endParaRPr lang="en-US" sz="3800" dirty="0"/>
          </a:p>
        </p:txBody>
      </p:sp>
      <p:sp>
        <p:nvSpPr>
          <p:cNvPr id="4" name="sub"/>
          <p:cNvSpPr txBox="1"/>
          <p:nvPr/>
        </p:nvSpPr>
        <p:spPr>
          <a:xfrm>
            <a:off x="548640" y="1097280"/>
            <a:ext cx="7315200" cy="457200"/>
          </a:xfrm>
          <a:prstGeom prst="rect">
            <a:avLst/>
          </a:prstGeom>
          <a:noFill/>
          <a:ln/>
        </p:spPr>
        <p:txBody>
          <a:bodyPr wrap="square" lIns="0" tIns="0" rIns="0" bIns="0" rtlCol="0" anchor="ctr"/>
          <a:lstStyle/>
          <a:p>
            <a:pPr indent="0" marL="0">
              <a:buNone/>
            </a:pPr>
            <a:r>
              <a:rPr lang="en-US" sz="1800" i="1" dirty="0">
                <a:solidFill>
                  <a:srgbClr val="E9CF84"/>
                </a:solidFill>
                <a:latin typeface="Calibri" pitchFamily="34" charset="0"/>
                <a:ea typeface="Calibri" pitchFamily="34" charset="-122"/>
                <a:cs typeface="Calibri" pitchFamily="34" charset="-120"/>
              </a:rPr>
              <a:t>Un proces de aproximativ 70 de zile</a:t>
            </a:r>
            <a:endParaRPr lang="en-US" sz="1800" dirty="0"/>
          </a:p>
        </p:txBody>
      </p:sp>
      <p:sp>
        <p:nvSpPr>
          <p:cNvPr id="5" name="sc0"/>
          <p:cNvSpPr/>
          <p:nvPr/>
        </p:nvSpPr>
        <p:spPr>
          <a:xfrm>
            <a:off x="548640" y="1874520"/>
            <a:ext cx="2011680" cy="2788920"/>
          </a:xfrm>
          <a:prstGeom prst="roundRect">
            <a:avLst>
              <a:gd name="adj" fmla="val 5455"/>
            </a:avLst>
          </a:prstGeom>
          <a:solidFill>
            <a:srgbClr val="16263D"/>
          </a:solidFill>
          <a:ln w="12700">
            <a:solidFill>
              <a:srgbClr val="1D3150"/>
            </a:solidFill>
            <a:prstDash val="solid"/>
          </a:ln>
        </p:spPr>
      </p:sp>
      <p:sp>
        <p:nvSpPr>
          <p:cNvPr id="6" name="si0_c"/>
          <p:cNvSpPr/>
          <p:nvPr/>
        </p:nvSpPr>
        <p:spPr>
          <a:xfrm>
            <a:off x="1097280" y="2103120"/>
            <a:ext cx="914400" cy="914400"/>
          </a:xfrm>
          <a:prstGeom prst="ellipse">
            <a:avLst/>
          </a:prstGeom>
          <a:solidFill>
            <a:srgbClr val="2A9D8F"/>
          </a:solidFill>
          <a:ln w="19050">
            <a:solidFill>
              <a:srgbClr val="D4A537"/>
            </a:solidFill>
            <a:prstDash val="solid"/>
          </a:ln>
        </p:spPr>
      </p:sp>
      <p:pic>
        <p:nvPicPr>
          <p:cNvPr id="7" name="si0_i" descr="preencoded.png">    </p:cNvPr>
          <p:cNvPicPr>
            <a:picLocks noChangeAspect="1"/>
          </p:cNvPicPr>
          <p:nvPr/>
        </p:nvPicPr>
        <p:blipFill>
          <a:blip r:embed="rId1"/>
          <a:stretch>
            <a:fillRect/>
          </a:stretch>
        </p:blipFill>
        <p:spPr>
          <a:xfrm>
            <a:off x="1280160" y="2286000"/>
            <a:ext cx="548640" cy="548640"/>
          </a:xfrm>
          <a:prstGeom prst="rect">
            <a:avLst/>
          </a:prstGeom>
        </p:spPr>
      </p:pic>
      <p:sp>
        <p:nvSpPr>
          <p:cNvPr id="8" name="sno0"/>
          <p:cNvSpPr txBox="1"/>
          <p:nvPr/>
        </p:nvSpPr>
        <p:spPr>
          <a:xfrm>
            <a:off x="685800" y="1965960"/>
            <a:ext cx="411480" cy="411480"/>
          </a:xfrm>
          <a:prstGeom prst="rect">
            <a:avLst/>
          </a:prstGeom>
          <a:noFill/>
          <a:ln/>
        </p:spPr>
        <p:txBody>
          <a:bodyPr wrap="square" lIns="0" tIns="0" rIns="0" bIns="0" rtlCol="0" anchor="ctr"/>
          <a:lstStyle/>
          <a:p>
            <a:pPr indent="0" marL="0">
              <a:buNone/>
            </a:pPr>
            <a:r>
              <a:rPr lang="en-US" sz="1800" b="1" dirty="0">
                <a:solidFill>
                  <a:srgbClr val="D4A537"/>
                </a:solidFill>
                <a:latin typeface="Bookman Old Style" pitchFamily="34" charset="0"/>
                <a:ea typeface="Bookman Old Style" pitchFamily="34" charset="-122"/>
                <a:cs typeface="Bookman Old Style" pitchFamily="34" charset="-120"/>
              </a:rPr>
              <a:t>1</a:t>
            </a:r>
            <a:endParaRPr lang="en-US" sz="1800" dirty="0"/>
          </a:p>
        </p:txBody>
      </p:sp>
      <p:sp>
        <p:nvSpPr>
          <p:cNvPr id="9" name="st0"/>
          <p:cNvSpPr txBox="1"/>
          <p:nvPr/>
        </p:nvSpPr>
        <p:spPr>
          <a:xfrm>
            <a:off x="685800" y="3200400"/>
            <a:ext cx="1737360" cy="1325880"/>
          </a:xfrm>
          <a:prstGeom prst="rect">
            <a:avLst/>
          </a:prstGeom>
          <a:noFill/>
          <a:ln/>
        </p:spPr>
        <p:txBody>
          <a:bodyPr wrap="square" lIns="0" tIns="0" rIns="0" bIns="0" rtlCol="0" anchor="t"/>
          <a:lstStyle/>
          <a:p>
            <a:pPr algn="ctr" indent="0" marL="0">
              <a:buNone/>
            </a:pPr>
            <a:r>
              <a:rPr lang="en-US" sz="1550" dirty="0">
                <a:solidFill>
                  <a:srgbClr val="EADBC0"/>
                </a:solidFill>
                <a:latin typeface="Calibri" pitchFamily="34" charset="0"/>
                <a:ea typeface="Calibri" pitchFamily="34" charset="-122"/>
                <a:cs typeface="Calibri" pitchFamily="34" charset="-120"/>
              </a:rPr>
              <a:t>Scoaterea organelor interne; inima rămânea în corp</a:t>
            </a:r>
            <a:endParaRPr lang="en-US" sz="1550" dirty="0"/>
          </a:p>
        </p:txBody>
      </p:sp>
      <p:pic>
        <p:nvPicPr>
          <p:cNvPr id="10" name="ar0" descr="preencoded.png">    </p:cNvPr>
          <p:cNvPicPr>
            <a:picLocks noChangeAspect="1"/>
          </p:cNvPicPr>
          <p:nvPr/>
        </p:nvPicPr>
        <p:blipFill>
          <a:blip r:embed="rId2"/>
          <a:stretch>
            <a:fillRect/>
          </a:stretch>
        </p:blipFill>
        <p:spPr>
          <a:xfrm>
            <a:off x="2578608" y="3172968"/>
            <a:ext cx="237744" cy="237744"/>
          </a:xfrm>
          <a:prstGeom prst="rect">
            <a:avLst/>
          </a:prstGeom>
        </p:spPr>
      </p:pic>
      <p:sp>
        <p:nvSpPr>
          <p:cNvPr id="11" name="sc1"/>
          <p:cNvSpPr/>
          <p:nvPr/>
        </p:nvSpPr>
        <p:spPr>
          <a:xfrm>
            <a:off x="2834640" y="1874520"/>
            <a:ext cx="2011680" cy="2788920"/>
          </a:xfrm>
          <a:prstGeom prst="roundRect">
            <a:avLst>
              <a:gd name="adj" fmla="val 5455"/>
            </a:avLst>
          </a:prstGeom>
          <a:solidFill>
            <a:srgbClr val="16263D"/>
          </a:solidFill>
          <a:ln w="12700">
            <a:solidFill>
              <a:srgbClr val="1D3150"/>
            </a:solidFill>
            <a:prstDash val="solid"/>
          </a:ln>
        </p:spPr>
      </p:sp>
      <p:sp>
        <p:nvSpPr>
          <p:cNvPr id="12" name="si1_c"/>
          <p:cNvSpPr/>
          <p:nvPr/>
        </p:nvSpPr>
        <p:spPr>
          <a:xfrm>
            <a:off x="3383280" y="2103120"/>
            <a:ext cx="914400" cy="914400"/>
          </a:xfrm>
          <a:prstGeom prst="ellipse">
            <a:avLst/>
          </a:prstGeom>
          <a:solidFill>
            <a:srgbClr val="2A9D8F"/>
          </a:solidFill>
          <a:ln w="19050">
            <a:solidFill>
              <a:srgbClr val="D4A537"/>
            </a:solidFill>
            <a:prstDash val="solid"/>
          </a:ln>
        </p:spPr>
      </p:sp>
      <p:pic>
        <p:nvPicPr>
          <p:cNvPr id="13" name="si1_i" descr="preencoded.png">    </p:cNvPr>
          <p:cNvPicPr>
            <a:picLocks noChangeAspect="1"/>
          </p:cNvPicPr>
          <p:nvPr/>
        </p:nvPicPr>
        <p:blipFill>
          <a:blip r:embed="rId3"/>
          <a:stretch>
            <a:fillRect/>
          </a:stretch>
        </p:blipFill>
        <p:spPr>
          <a:xfrm>
            <a:off x="3566160" y="2286000"/>
            <a:ext cx="548640" cy="548640"/>
          </a:xfrm>
          <a:prstGeom prst="rect">
            <a:avLst/>
          </a:prstGeom>
        </p:spPr>
      </p:pic>
      <p:sp>
        <p:nvSpPr>
          <p:cNvPr id="14" name="sno1"/>
          <p:cNvSpPr txBox="1"/>
          <p:nvPr/>
        </p:nvSpPr>
        <p:spPr>
          <a:xfrm>
            <a:off x="2971800" y="1965960"/>
            <a:ext cx="411480" cy="411480"/>
          </a:xfrm>
          <a:prstGeom prst="rect">
            <a:avLst/>
          </a:prstGeom>
          <a:noFill/>
          <a:ln/>
        </p:spPr>
        <p:txBody>
          <a:bodyPr wrap="square" lIns="0" tIns="0" rIns="0" bIns="0" rtlCol="0" anchor="ctr"/>
          <a:lstStyle/>
          <a:p>
            <a:pPr indent="0" marL="0">
              <a:buNone/>
            </a:pPr>
            <a:r>
              <a:rPr lang="en-US" sz="1800" b="1" dirty="0">
                <a:solidFill>
                  <a:srgbClr val="D4A537"/>
                </a:solidFill>
                <a:latin typeface="Bookman Old Style" pitchFamily="34" charset="0"/>
                <a:ea typeface="Bookman Old Style" pitchFamily="34" charset="-122"/>
                <a:cs typeface="Bookman Old Style" pitchFamily="34" charset="-120"/>
              </a:rPr>
              <a:t>2</a:t>
            </a:r>
            <a:endParaRPr lang="en-US" sz="1800" dirty="0"/>
          </a:p>
        </p:txBody>
      </p:sp>
      <p:sp>
        <p:nvSpPr>
          <p:cNvPr id="15" name="st1"/>
          <p:cNvSpPr txBox="1"/>
          <p:nvPr/>
        </p:nvSpPr>
        <p:spPr>
          <a:xfrm>
            <a:off x="2971800" y="3200400"/>
            <a:ext cx="1737360" cy="1325880"/>
          </a:xfrm>
          <a:prstGeom prst="rect">
            <a:avLst/>
          </a:prstGeom>
          <a:noFill/>
          <a:ln/>
        </p:spPr>
        <p:txBody>
          <a:bodyPr wrap="square" lIns="0" tIns="0" rIns="0" bIns="0" rtlCol="0" anchor="t"/>
          <a:lstStyle/>
          <a:p>
            <a:pPr algn="ctr" indent="0" marL="0">
              <a:buNone/>
            </a:pPr>
            <a:r>
              <a:rPr lang="en-US" sz="1550" dirty="0">
                <a:solidFill>
                  <a:srgbClr val="EADBC0"/>
                </a:solidFill>
                <a:latin typeface="Calibri" pitchFamily="34" charset="0"/>
                <a:ea typeface="Calibri" pitchFamily="34" charset="-122"/>
                <a:cs typeface="Calibri" pitchFamily="34" charset="-120"/>
              </a:rPr>
              <a:t>Organele erau puse în patru vase canope</a:t>
            </a:r>
            <a:endParaRPr lang="en-US" sz="1550" dirty="0"/>
          </a:p>
        </p:txBody>
      </p:sp>
      <p:pic>
        <p:nvPicPr>
          <p:cNvPr id="16" name="ar1" descr="preencoded.png">    </p:cNvPr>
          <p:cNvPicPr>
            <a:picLocks noChangeAspect="1"/>
          </p:cNvPicPr>
          <p:nvPr/>
        </p:nvPicPr>
        <p:blipFill>
          <a:blip r:embed="rId4"/>
          <a:stretch>
            <a:fillRect/>
          </a:stretch>
        </p:blipFill>
        <p:spPr>
          <a:xfrm>
            <a:off x="4864608" y="3172968"/>
            <a:ext cx="237744" cy="237744"/>
          </a:xfrm>
          <a:prstGeom prst="rect">
            <a:avLst/>
          </a:prstGeom>
        </p:spPr>
      </p:pic>
      <p:sp>
        <p:nvSpPr>
          <p:cNvPr id="17" name="sc2"/>
          <p:cNvSpPr/>
          <p:nvPr/>
        </p:nvSpPr>
        <p:spPr>
          <a:xfrm>
            <a:off x="5120640" y="1874520"/>
            <a:ext cx="2011680" cy="2788920"/>
          </a:xfrm>
          <a:prstGeom prst="roundRect">
            <a:avLst>
              <a:gd name="adj" fmla="val 5455"/>
            </a:avLst>
          </a:prstGeom>
          <a:solidFill>
            <a:srgbClr val="16263D"/>
          </a:solidFill>
          <a:ln w="12700">
            <a:solidFill>
              <a:srgbClr val="1D3150"/>
            </a:solidFill>
            <a:prstDash val="solid"/>
          </a:ln>
        </p:spPr>
      </p:sp>
      <p:sp>
        <p:nvSpPr>
          <p:cNvPr id="18" name="si2_c"/>
          <p:cNvSpPr/>
          <p:nvPr/>
        </p:nvSpPr>
        <p:spPr>
          <a:xfrm>
            <a:off x="5669280" y="2103120"/>
            <a:ext cx="914400" cy="914400"/>
          </a:xfrm>
          <a:prstGeom prst="ellipse">
            <a:avLst/>
          </a:prstGeom>
          <a:solidFill>
            <a:srgbClr val="2A9D8F"/>
          </a:solidFill>
          <a:ln w="19050">
            <a:solidFill>
              <a:srgbClr val="D4A537"/>
            </a:solidFill>
            <a:prstDash val="solid"/>
          </a:ln>
        </p:spPr>
      </p:sp>
      <p:pic>
        <p:nvPicPr>
          <p:cNvPr id="19" name="si2_i" descr="preencoded.png">    </p:cNvPr>
          <p:cNvPicPr>
            <a:picLocks noChangeAspect="1"/>
          </p:cNvPicPr>
          <p:nvPr/>
        </p:nvPicPr>
        <p:blipFill>
          <a:blip r:embed="rId5"/>
          <a:stretch>
            <a:fillRect/>
          </a:stretch>
        </p:blipFill>
        <p:spPr>
          <a:xfrm>
            <a:off x="5852160" y="2286000"/>
            <a:ext cx="548640" cy="548640"/>
          </a:xfrm>
          <a:prstGeom prst="rect">
            <a:avLst/>
          </a:prstGeom>
        </p:spPr>
      </p:pic>
      <p:sp>
        <p:nvSpPr>
          <p:cNvPr id="20" name="sno2"/>
          <p:cNvSpPr txBox="1"/>
          <p:nvPr/>
        </p:nvSpPr>
        <p:spPr>
          <a:xfrm>
            <a:off x="5257800" y="1965960"/>
            <a:ext cx="411480" cy="411480"/>
          </a:xfrm>
          <a:prstGeom prst="rect">
            <a:avLst/>
          </a:prstGeom>
          <a:noFill/>
          <a:ln/>
        </p:spPr>
        <p:txBody>
          <a:bodyPr wrap="square" lIns="0" tIns="0" rIns="0" bIns="0" rtlCol="0" anchor="ctr"/>
          <a:lstStyle/>
          <a:p>
            <a:pPr indent="0" marL="0">
              <a:buNone/>
            </a:pPr>
            <a:r>
              <a:rPr lang="en-US" sz="1800" b="1" dirty="0">
                <a:solidFill>
                  <a:srgbClr val="D4A537"/>
                </a:solidFill>
                <a:latin typeface="Bookman Old Style" pitchFamily="34" charset="0"/>
                <a:ea typeface="Bookman Old Style" pitchFamily="34" charset="-122"/>
                <a:cs typeface="Bookman Old Style" pitchFamily="34" charset="-120"/>
              </a:rPr>
              <a:t>3</a:t>
            </a:r>
            <a:endParaRPr lang="en-US" sz="1800" dirty="0"/>
          </a:p>
        </p:txBody>
      </p:sp>
      <p:sp>
        <p:nvSpPr>
          <p:cNvPr id="21" name="st2"/>
          <p:cNvSpPr txBox="1"/>
          <p:nvPr/>
        </p:nvSpPr>
        <p:spPr>
          <a:xfrm>
            <a:off x="5257800" y="3200400"/>
            <a:ext cx="1737360" cy="1325880"/>
          </a:xfrm>
          <a:prstGeom prst="rect">
            <a:avLst/>
          </a:prstGeom>
          <a:noFill/>
          <a:ln/>
        </p:spPr>
        <p:txBody>
          <a:bodyPr wrap="square" lIns="0" tIns="0" rIns="0" bIns="0" rtlCol="0" anchor="t"/>
          <a:lstStyle/>
          <a:p>
            <a:pPr algn="ctr" indent="0" marL="0">
              <a:buNone/>
            </a:pPr>
            <a:r>
              <a:rPr lang="en-US" sz="1550" dirty="0">
                <a:solidFill>
                  <a:srgbClr val="EADBC0"/>
                </a:solidFill>
                <a:latin typeface="Calibri" pitchFamily="34" charset="0"/>
                <a:ea typeface="Calibri" pitchFamily="34" charset="-122"/>
                <a:cs typeface="Calibri" pitchFamily="34" charset="-120"/>
              </a:rPr>
              <a:t>Uscarea corpului în natron, cca 40 de zile</a:t>
            </a:r>
            <a:endParaRPr lang="en-US" sz="1550" dirty="0"/>
          </a:p>
        </p:txBody>
      </p:sp>
      <p:pic>
        <p:nvPicPr>
          <p:cNvPr id="22" name="ar2" descr="preencoded.png">    </p:cNvPr>
          <p:cNvPicPr>
            <a:picLocks noChangeAspect="1"/>
          </p:cNvPicPr>
          <p:nvPr/>
        </p:nvPicPr>
        <p:blipFill>
          <a:blip r:embed="rId6"/>
          <a:stretch>
            <a:fillRect/>
          </a:stretch>
        </p:blipFill>
        <p:spPr>
          <a:xfrm>
            <a:off x="7150608" y="3172968"/>
            <a:ext cx="237744" cy="237744"/>
          </a:xfrm>
          <a:prstGeom prst="rect">
            <a:avLst/>
          </a:prstGeom>
        </p:spPr>
      </p:pic>
      <p:sp>
        <p:nvSpPr>
          <p:cNvPr id="23" name="sc3"/>
          <p:cNvSpPr/>
          <p:nvPr/>
        </p:nvSpPr>
        <p:spPr>
          <a:xfrm>
            <a:off x="7406640" y="1874520"/>
            <a:ext cx="2011680" cy="2788920"/>
          </a:xfrm>
          <a:prstGeom prst="roundRect">
            <a:avLst>
              <a:gd name="adj" fmla="val 5455"/>
            </a:avLst>
          </a:prstGeom>
          <a:solidFill>
            <a:srgbClr val="16263D"/>
          </a:solidFill>
          <a:ln w="12700">
            <a:solidFill>
              <a:srgbClr val="1D3150"/>
            </a:solidFill>
            <a:prstDash val="solid"/>
          </a:ln>
        </p:spPr>
      </p:sp>
      <p:sp>
        <p:nvSpPr>
          <p:cNvPr id="24" name="si3_c"/>
          <p:cNvSpPr/>
          <p:nvPr/>
        </p:nvSpPr>
        <p:spPr>
          <a:xfrm>
            <a:off x="7955280" y="2103120"/>
            <a:ext cx="914400" cy="914400"/>
          </a:xfrm>
          <a:prstGeom prst="ellipse">
            <a:avLst/>
          </a:prstGeom>
          <a:solidFill>
            <a:srgbClr val="2A9D8F"/>
          </a:solidFill>
          <a:ln w="19050">
            <a:solidFill>
              <a:srgbClr val="D4A537"/>
            </a:solidFill>
            <a:prstDash val="solid"/>
          </a:ln>
        </p:spPr>
      </p:sp>
      <p:pic>
        <p:nvPicPr>
          <p:cNvPr id="25" name="si3_i" descr="preencoded.png">    </p:cNvPr>
          <p:cNvPicPr>
            <a:picLocks noChangeAspect="1"/>
          </p:cNvPicPr>
          <p:nvPr/>
        </p:nvPicPr>
        <p:blipFill>
          <a:blip r:embed="rId7"/>
          <a:stretch>
            <a:fillRect/>
          </a:stretch>
        </p:blipFill>
        <p:spPr>
          <a:xfrm>
            <a:off x="8138160" y="2286000"/>
            <a:ext cx="548640" cy="548640"/>
          </a:xfrm>
          <a:prstGeom prst="rect">
            <a:avLst/>
          </a:prstGeom>
        </p:spPr>
      </p:pic>
      <p:sp>
        <p:nvSpPr>
          <p:cNvPr id="26" name="sno3"/>
          <p:cNvSpPr txBox="1"/>
          <p:nvPr/>
        </p:nvSpPr>
        <p:spPr>
          <a:xfrm>
            <a:off x="7543800" y="1965960"/>
            <a:ext cx="411480" cy="411480"/>
          </a:xfrm>
          <a:prstGeom prst="rect">
            <a:avLst/>
          </a:prstGeom>
          <a:noFill/>
          <a:ln/>
        </p:spPr>
        <p:txBody>
          <a:bodyPr wrap="square" lIns="0" tIns="0" rIns="0" bIns="0" rtlCol="0" anchor="ctr"/>
          <a:lstStyle/>
          <a:p>
            <a:pPr indent="0" marL="0">
              <a:buNone/>
            </a:pPr>
            <a:r>
              <a:rPr lang="en-US" sz="1800" b="1" dirty="0">
                <a:solidFill>
                  <a:srgbClr val="D4A537"/>
                </a:solidFill>
                <a:latin typeface="Bookman Old Style" pitchFamily="34" charset="0"/>
                <a:ea typeface="Bookman Old Style" pitchFamily="34" charset="-122"/>
                <a:cs typeface="Bookman Old Style" pitchFamily="34" charset="-120"/>
              </a:rPr>
              <a:t>4</a:t>
            </a:r>
            <a:endParaRPr lang="en-US" sz="1800" dirty="0"/>
          </a:p>
        </p:txBody>
      </p:sp>
      <p:sp>
        <p:nvSpPr>
          <p:cNvPr id="27" name="st3"/>
          <p:cNvSpPr txBox="1"/>
          <p:nvPr/>
        </p:nvSpPr>
        <p:spPr>
          <a:xfrm>
            <a:off x="7543800" y="3200400"/>
            <a:ext cx="1737360" cy="1325880"/>
          </a:xfrm>
          <a:prstGeom prst="rect">
            <a:avLst/>
          </a:prstGeom>
          <a:noFill/>
          <a:ln/>
        </p:spPr>
        <p:txBody>
          <a:bodyPr wrap="square" lIns="0" tIns="0" rIns="0" bIns="0" rtlCol="0" anchor="t"/>
          <a:lstStyle/>
          <a:p>
            <a:pPr algn="ctr" indent="0" marL="0">
              <a:buNone/>
            </a:pPr>
            <a:r>
              <a:rPr lang="en-US" sz="1550" dirty="0">
                <a:solidFill>
                  <a:srgbClr val="EADBC0"/>
                </a:solidFill>
                <a:latin typeface="Calibri" pitchFamily="34" charset="0"/>
                <a:ea typeface="Calibri" pitchFamily="34" charset="-122"/>
                <a:cs typeface="Calibri" pitchFamily="34" charset="-120"/>
              </a:rPr>
              <a:t>Ungerea cu uleiuri și rășini aromate</a:t>
            </a:r>
            <a:endParaRPr lang="en-US" sz="1550" dirty="0"/>
          </a:p>
        </p:txBody>
      </p:sp>
      <p:pic>
        <p:nvPicPr>
          <p:cNvPr id="28" name="ar3" descr="preencoded.png">    </p:cNvPr>
          <p:cNvPicPr>
            <a:picLocks noChangeAspect="1"/>
          </p:cNvPicPr>
          <p:nvPr/>
        </p:nvPicPr>
        <p:blipFill>
          <a:blip r:embed="rId8"/>
          <a:stretch>
            <a:fillRect/>
          </a:stretch>
        </p:blipFill>
        <p:spPr>
          <a:xfrm>
            <a:off x="9436608" y="3172968"/>
            <a:ext cx="237744" cy="237744"/>
          </a:xfrm>
          <a:prstGeom prst="rect">
            <a:avLst/>
          </a:prstGeom>
        </p:spPr>
      </p:pic>
      <p:sp>
        <p:nvSpPr>
          <p:cNvPr id="29" name="sc4"/>
          <p:cNvSpPr/>
          <p:nvPr/>
        </p:nvSpPr>
        <p:spPr>
          <a:xfrm>
            <a:off x="9692640" y="1874520"/>
            <a:ext cx="2011680" cy="2788920"/>
          </a:xfrm>
          <a:prstGeom prst="roundRect">
            <a:avLst>
              <a:gd name="adj" fmla="val 5455"/>
            </a:avLst>
          </a:prstGeom>
          <a:solidFill>
            <a:srgbClr val="16263D"/>
          </a:solidFill>
          <a:ln w="12700">
            <a:solidFill>
              <a:srgbClr val="1D3150"/>
            </a:solidFill>
            <a:prstDash val="solid"/>
          </a:ln>
        </p:spPr>
      </p:sp>
      <p:sp>
        <p:nvSpPr>
          <p:cNvPr id="30" name="si4_c"/>
          <p:cNvSpPr/>
          <p:nvPr/>
        </p:nvSpPr>
        <p:spPr>
          <a:xfrm>
            <a:off x="10241280" y="2103120"/>
            <a:ext cx="914400" cy="914400"/>
          </a:xfrm>
          <a:prstGeom prst="ellipse">
            <a:avLst/>
          </a:prstGeom>
          <a:solidFill>
            <a:srgbClr val="2A9D8F"/>
          </a:solidFill>
          <a:ln w="19050">
            <a:solidFill>
              <a:srgbClr val="D4A537"/>
            </a:solidFill>
            <a:prstDash val="solid"/>
          </a:ln>
        </p:spPr>
      </p:sp>
      <p:pic>
        <p:nvPicPr>
          <p:cNvPr id="31" name="si4_i" descr="preencoded.png">    </p:cNvPr>
          <p:cNvPicPr>
            <a:picLocks noChangeAspect="1"/>
          </p:cNvPicPr>
          <p:nvPr/>
        </p:nvPicPr>
        <p:blipFill>
          <a:blip r:embed="rId9"/>
          <a:stretch>
            <a:fillRect/>
          </a:stretch>
        </p:blipFill>
        <p:spPr>
          <a:xfrm>
            <a:off x="10424160" y="2286000"/>
            <a:ext cx="548640" cy="548640"/>
          </a:xfrm>
          <a:prstGeom prst="rect">
            <a:avLst/>
          </a:prstGeom>
        </p:spPr>
      </p:pic>
      <p:sp>
        <p:nvSpPr>
          <p:cNvPr id="32" name="sno4"/>
          <p:cNvSpPr txBox="1"/>
          <p:nvPr/>
        </p:nvSpPr>
        <p:spPr>
          <a:xfrm>
            <a:off x="9829800" y="1965960"/>
            <a:ext cx="411480" cy="411480"/>
          </a:xfrm>
          <a:prstGeom prst="rect">
            <a:avLst/>
          </a:prstGeom>
          <a:noFill/>
          <a:ln/>
        </p:spPr>
        <p:txBody>
          <a:bodyPr wrap="square" lIns="0" tIns="0" rIns="0" bIns="0" rtlCol="0" anchor="ctr"/>
          <a:lstStyle/>
          <a:p>
            <a:pPr indent="0" marL="0">
              <a:buNone/>
            </a:pPr>
            <a:r>
              <a:rPr lang="en-US" sz="1800" b="1" dirty="0">
                <a:solidFill>
                  <a:srgbClr val="D4A537"/>
                </a:solidFill>
                <a:latin typeface="Bookman Old Style" pitchFamily="34" charset="0"/>
                <a:ea typeface="Bookman Old Style" pitchFamily="34" charset="-122"/>
                <a:cs typeface="Bookman Old Style" pitchFamily="34" charset="-120"/>
              </a:rPr>
              <a:t>5</a:t>
            </a:r>
            <a:endParaRPr lang="en-US" sz="1800" dirty="0"/>
          </a:p>
        </p:txBody>
      </p:sp>
      <p:sp>
        <p:nvSpPr>
          <p:cNvPr id="33" name="st4"/>
          <p:cNvSpPr txBox="1"/>
          <p:nvPr/>
        </p:nvSpPr>
        <p:spPr>
          <a:xfrm>
            <a:off x="9829800" y="3200400"/>
            <a:ext cx="1737360" cy="1325880"/>
          </a:xfrm>
          <a:prstGeom prst="rect">
            <a:avLst/>
          </a:prstGeom>
          <a:noFill/>
          <a:ln/>
        </p:spPr>
        <p:txBody>
          <a:bodyPr wrap="square" lIns="0" tIns="0" rIns="0" bIns="0" rtlCol="0" anchor="t"/>
          <a:lstStyle/>
          <a:p>
            <a:pPr algn="ctr" indent="0" marL="0">
              <a:buNone/>
            </a:pPr>
            <a:r>
              <a:rPr lang="en-US" sz="1550" dirty="0">
                <a:solidFill>
                  <a:srgbClr val="EADBC0"/>
                </a:solidFill>
                <a:latin typeface="Calibri" pitchFamily="34" charset="0"/>
                <a:ea typeface="Calibri" pitchFamily="34" charset="-122"/>
                <a:cs typeface="Calibri" pitchFamily="34" charset="-120"/>
              </a:rPr>
              <a:t>Înfășurarea în fâșii de in, cu amulete</a:t>
            </a:r>
            <a:endParaRPr lang="en-US" sz="1550" dirty="0"/>
          </a:p>
        </p:txBody>
      </p:sp>
      <p:sp>
        <p:nvSpPr>
          <p:cNvPr id="34" name="jb"/>
          <p:cNvSpPr/>
          <p:nvPr/>
        </p:nvSpPr>
        <p:spPr>
          <a:xfrm>
            <a:off x="548640" y="5029200"/>
            <a:ext cx="11109960" cy="1234440"/>
          </a:xfrm>
          <a:prstGeom prst="roundRect">
            <a:avLst>
              <a:gd name="adj" fmla="val 8889"/>
            </a:avLst>
          </a:prstGeom>
          <a:solidFill>
            <a:srgbClr val="1D3150"/>
          </a:solidFill>
          <a:ln w="15875">
            <a:solidFill>
              <a:srgbClr val="D4A537"/>
            </a:solidFill>
            <a:prstDash val="solid"/>
          </a:ln>
        </p:spPr>
      </p:sp>
      <p:sp>
        <p:nvSpPr>
          <p:cNvPr id="35" name="ji_c"/>
          <p:cNvSpPr/>
          <p:nvPr/>
        </p:nvSpPr>
        <p:spPr>
          <a:xfrm>
            <a:off x="777240" y="5184648"/>
            <a:ext cx="914400" cy="914400"/>
          </a:xfrm>
          <a:prstGeom prst="ellipse">
            <a:avLst/>
          </a:prstGeom>
          <a:solidFill>
            <a:srgbClr val="D4A537"/>
          </a:solidFill>
          <a:ln w="19050">
            <a:solidFill>
              <a:srgbClr val="D4A537"/>
            </a:solidFill>
            <a:prstDash val="solid"/>
          </a:ln>
        </p:spPr>
      </p:sp>
      <p:pic>
        <p:nvPicPr>
          <p:cNvPr id="36" name="ji_i" descr="preencoded.png">    </p:cNvPr>
          <p:cNvPicPr>
            <a:picLocks noChangeAspect="1"/>
          </p:cNvPicPr>
          <p:nvPr/>
        </p:nvPicPr>
        <p:blipFill>
          <a:blip r:embed="rId10"/>
          <a:stretch>
            <a:fillRect/>
          </a:stretch>
        </p:blipFill>
        <p:spPr>
          <a:xfrm>
            <a:off x="960120" y="5367528"/>
            <a:ext cx="548640" cy="548640"/>
          </a:xfrm>
          <a:prstGeom prst="rect">
            <a:avLst/>
          </a:prstGeom>
        </p:spPr>
      </p:pic>
      <p:sp>
        <p:nvSpPr>
          <p:cNvPr id="37" name="jt"/>
          <p:cNvSpPr txBox="1"/>
          <p:nvPr/>
        </p:nvSpPr>
        <p:spPr>
          <a:xfrm>
            <a:off x="1920240" y="5138928"/>
            <a:ext cx="9509760" cy="1005840"/>
          </a:xfrm>
          <a:prstGeom prst="rect">
            <a:avLst/>
          </a:prstGeom>
          <a:noFill/>
          <a:ln/>
        </p:spPr>
        <p:txBody>
          <a:bodyPr wrap="square" lIns="0" tIns="0" rIns="0" bIns="0" rtlCol="0" anchor="ctr"/>
          <a:lstStyle/>
          <a:p>
            <a:pPr indent="0" marL="0">
              <a:buNone/>
            </a:pPr>
            <a:r>
              <a:rPr lang="en-US" sz="1700" b="1" dirty="0">
                <a:solidFill>
                  <a:srgbClr val="D4A537"/>
                </a:solidFill>
                <a:latin typeface="Bookman Old Style" pitchFamily="34" charset="0"/>
                <a:ea typeface="Bookman Old Style" pitchFamily="34" charset="-122"/>
                <a:cs typeface="Bookman Old Style" pitchFamily="34" charset="-120"/>
              </a:rPr>
              <a:t>Judecata sufletului  </a:t>
            </a:r>
            <a:pPr indent="0" marL="0">
              <a:buNone/>
            </a:pPr>
            <a:r>
              <a:rPr lang="en-US" sz="1700" dirty="0">
                <a:solidFill>
                  <a:srgbClr val="EADBC0"/>
                </a:solidFill>
                <a:latin typeface="Calibri" pitchFamily="34" charset="0"/>
                <a:ea typeface="Calibri" pitchFamily="34" charset="-122"/>
                <a:cs typeface="Calibri" pitchFamily="34" charset="-120"/>
              </a:rPr>
              <a:t>În „Cartea Morților”, inima era cântărită în fața lui Osiris, pe o balanță, cu pana lui Maat.</a:t>
            </a:r>
            <a:endParaRPr lang="en-US" sz="1700" dirty="0"/>
          </a:p>
        </p:txBody>
      </p:sp>
    </p:spTree>
  </p:cSld>
  <p:clrMapOvr>
    <a:masterClrMapping/>
  </p:clrMapOvr>
  <p:transition spd="slow">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00" fill="hold" decel="100000"/>
                                        <p:tgtEl>
                                          <p:spTgt spid="3"/>
                                        </p:tgtEl>
                                        <p:attrNameLst>
                                          <p:attrName>ppt_x</p:attrName>
                                        </p:attrNameLst>
                                      </p:cBhvr>
                                      <p:tavLst>
                                        <p:tav tm="0">
                                          <p:val>
                                            <p:strVal val="0-#ppt_w/2"/>
                                          </p:val>
                                        </p:tav>
                                        <p:tav tm="100000">
                                          <p:val>
                                            <p:strVal val="#ppt_x"/>
                                          </p:val>
                                        </p:tav>
                                      </p:tavLst>
                                    </p:anim>
                                    <p:anim calcmode="lin" valueType="num">
                                      <p:cBhvr additive="base">
                                        <p:cTn id="8" dur="700" fill="hold" decel="100000"/>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600"/>
                                        <p:tgtEl>
                                          <p:spTgt spid="4"/>
                                        </p:tgtEl>
                                      </p:cBhvr>
                                    </p:animEffect>
                                  </p:childTnLst>
                                </p:cTn>
                              </p:par>
                            </p:childTnLst>
                          </p:cTn>
                        </p:par>
                        <p:par>
                          <p:cTn id="13" fill="hold">
                            <p:stCondLst>
                              <p:cond delay="900"/>
                            </p:stCondLst>
                            <p:childTnLst>
                              <p:par>
                                <p:cTn id="14" presetID="22" presetClass="entr" presetSubtype="8"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600"/>
                                        <p:tgtEl>
                                          <p:spTgt spid="5"/>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600"/>
                                        <p:tgtEl>
                                          <p:spTgt spid="8"/>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600"/>
                                        <p:tgtEl>
                                          <p:spTgt spid="9"/>
                                        </p:tgtEl>
                                      </p:cBhvr>
                                    </p:animEffect>
                                  </p:childTnLst>
                                </p:cTn>
                              </p:par>
                            </p:childTnLst>
                          </p:cTn>
                        </p:par>
                        <p:par>
                          <p:cTn id="23" fill="hold">
                            <p:stCondLst>
                              <p:cond delay="1050"/>
                            </p:stCondLst>
                            <p:childTnLst>
                              <p:par>
                                <p:cTn id="24" presetID="53" presetClass="entr" presetSubtype="16"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decel="100000"/>
                                        <p:tgtEl>
                                          <p:spTgt spid="6"/>
                                        </p:tgtEl>
                                        <p:attrNameLst>
                                          <p:attrName>ppt_w</p:attrName>
                                        </p:attrNameLst>
                                      </p:cBhvr>
                                      <p:tavLst>
                                        <p:tav tm="0">
                                          <p:val>
                                            <p:strVal val="0"/>
                                          </p:val>
                                        </p:tav>
                                        <p:tav tm="100000">
                                          <p:val>
                                            <p:strVal val="#ppt_w"/>
                                          </p:val>
                                        </p:tav>
                                      </p:tavLst>
                                    </p:anim>
                                    <p:anim calcmode="lin" valueType="num">
                                      <p:cBhvr additive="base">
                                        <p:cTn id="27" dur="500" fill="hold" decel="100000"/>
                                        <p:tgtEl>
                                          <p:spTgt spid="6"/>
                                        </p:tgtEl>
                                        <p:attrNameLst>
                                          <p:attrName>ppt_h</p:attrName>
                                        </p:attrNameLst>
                                      </p:cBhvr>
                                      <p:tavLst>
                                        <p:tav tm="0">
                                          <p:val>
                                            <p:strVal val="0"/>
                                          </p:val>
                                        </p:tav>
                                        <p:tav tm="100000">
                                          <p:val>
                                            <p:strVal val="#ppt_h"/>
                                          </p:val>
                                        </p:tav>
                                      </p:tavLst>
                                    </p:anim>
                                    <p:animEffect transition="in" filter="fade">
                                      <p:cBhvr>
                                        <p:cTn id="28" dur="500"/>
                                        <p:tgtEl>
                                          <p:spTgt spid="6"/>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decel="100000"/>
                                        <p:tgtEl>
                                          <p:spTgt spid="7"/>
                                        </p:tgtEl>
                                        <p:attrNameLst>
                                          <p:attrName>ppt_w</p:attrName>
                                        </p:attrNameLst>
                                      </p:cBhvr>
                                      <p:tavLst>
                                        <p:tav tm="0">
                                          <p:val>
                                            <p:strVal val="0"/>
                                          </p:val>
                                        </p:tav>
                                        <p:tav tm="100000">
                                          <p:val>
                                            <p:strVal val="#ppt_w"/>
                                          </p:val>
                                        </p:tav>
                                      </p:tavLst>
                                    </p:anim>
                                    <p:anim calcmode="lin" valueType="num">
                                      <p:cBhvr additive="base">
                                        <p:cTn id="32" dur="500" fill="hold" decel="100000"/>
                                        <p:tgtEl>
                                          <p:spTgt spid="7"/>
                                        </p:tgtEl>
                                        <p:attrNameLst>
                                          <p:attrName>ppt_h</p:attrName>
                                        </p:attrNameLst>
                                      </p:cBhvr>
                                      <p:tavLst>
                                        <p:tav tm="0">
                                          <p:val>
                                            <p:strVal val="0"/>
                                          </p:val>
                                        </p:tav>
                                        <p:tav tm="100000">
                                          <p:val>
                                            <p:strVal val="#ppt_h"/>
                                          </p:val>
                                        </p:tav>
                                      </p:tavLst>
                                    </p:anim>
                                    <p:animEffect transition="in" filter="fade">
                                      <p:cBhvr>
                                        <p:cTn id="33" dur="500"/>
                                        <p:tgtEl>
                                          <p:spTgt spid="7"/>
                                        </p:tgtEl>
                                      </p:cBhvr>
                                    </p:animEffect>
                                  </p:childTnLst>
                                </p:cTn>
                              </p:par>
                            </p:childTnLst>
                          </p:cTn>
                        </p:par>
                        <p:par>
                          <p:cTn id="34" fill="hold">
                            <p:stCondLst>
                              <p:cond delay="1350"/>
                            </p:stCondLst>
                            <p:childTnLst>
                              <p:par>
                                <p:cTn id="35" presetID="10" presetClass="entr" presetSubtype="0" fill="hold" grpId="0" nodeType="after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300"/>
                                        <p:tgtEl>
                                          <p:spTgt spid="10"/>
                                        </p:tgtEl>
                                      </p:cBhvr>
                                    </p:animEffect>
                                  </p:childTnLst>
                                </p:cTn>
                              </p:par>
                            </p:childTnLst>
                          </p:cTn>
                        </p:par>
                        <p:par>
                          <p:cTn id="38" fill="hold">
                            <p:stCondLst>
                              <p:cond delay="1550"/>
                            </p:stCondLst>
                            <p:childTnLst>
                              <p:par>
                                <p:cTn id="39" presetID="22" presetClass="entr" presetSubtype="8" fill="hold" grpId="0" nodeType="after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wipe(left)">
                                      <p:cBhvr>
                                        <p:cTn id="41" dur="600"/>
                                        <p:tgtEl>
                                          <p:spTgt spid="11"/>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wipe(left)">
                                      <p:cBhvr>
                                        <p:cTn id="44" dur="600"/>
                                        <p:tgtEl>
                                          <p:spTgt spid="14"/>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wipe(left)">
                                      <p:cBhvr>
                                        <p:cTn id="47" dur="600"/>
                                        <p:tgtEl>
                                          <p:spTgt spid="15"/>
                                        </p:tgtEl>
                                      </p:cBhvr>
                                    </p:animEffect>
                                  </p:childTnLst>
                                </p:cTn>
                              </p:par>
                            </p:childTnLst>
                          </p:cTn>
                        </p:par>
                        <p:par>
                          <p:cTn id="48" fill="hold">
                            <p:stCondLst>
                              <p:cond delay="1700"/>
                            </p:stCondLst>
                            <p:childTnLst>
                              <p:par>
                                <p:cTn id="49" presetID="53" presetClass="entr" presetSubtype="16" fill="hold" grpId="0" nodeType="afterEffect">
                                  <p:stCondLst>
                                    <p:cond delay="0"/>
                                  </p:stCondLst>
                                  <p:childTnLst>
                                    <p:set>
                                      <p:cBhvr>
                                        <p:cTn id="50" dur="1" fill="hold">
                                          <p:stCondLst>
                                            <p:cond delay="0"/>
                                          </p:stCondLst>
                                        </p:cTn>
                                        <p:tgtEl>
                                          <p:spTgt spid="12"/>
                                        </p:tgtEl>
                                        <p:attrNameLst>
                                          <p:attrName>style.visibility</p:attrName>
                                        </p:attrNameLst>
                                      </p:cBhvr>
                                      <p:to>
                                        <p:strVal val="visible"/>
                                      </p:to>
                                    </p:set>
                                    <p:anim calcmode="lin" valueType="num">
                                      <p:cBhvr additive="base">
                                        <p:cTn id="51" dur="500" fill="hold" decel="100000"/>
                                        <p:tgtEl>
                                          <p:spTgt spid="12"/>
                                        </p:tgtEl>
                                        <p:attrNameLst>
                                          <p:attrName>ppt_w</p:attrName>
                                        </p:attrNameLst>
                                      </p:cBhvr>
                                      <p:tavLst>
                                        <p:tav tm="0">
                                          <p:val>
                                            <p:strVal val="0"/>
                                          </p:val>
                                        </p:tav>
                                        <p:tav tm="100000">
                                          <p:val>
                                            <p:strVal val="#ppt_w"/>
                                          </p:val>
                                        </p:tav>
                                      </p:tavLst>
                                    </p:anim>
                                    <p:anim calcmode="lin" valueType="num">
                                      <p:cBhvr additive="base">
                                        <p:cTn id="52" dur="500" fill="hold" decel="100000"/>
                                        <p:tgtEl>
                                          <p:spTgt spid="12"/>
                                        </p:tgtEl>
                                        <p:attrNameLst>
                                          <p:attrName>ppt_h</p:attrName>
                                        </p:attrNameLst>
                                      </p:cBhvr>
                                      <p:tavLst>
                                        <p:tav tm="0">
                                          <p:val>
                                            <p:strVal val="0"/>
                                          </p:val>
                                        </p:tav>
                                        <p:tav tm="100000">
                                          <p:val>
                                            <p:strVal val="#ppt_h"/>
                                          </p:val>
                                        </p:tav>
                                      </p:tavLst>
                                    </p:anim>
                                    <p:animEffect transition="in" filter="fade">
                                      <p:cBhvr>
                                        <p:cTn id="53" dur="500"/>
                                        <p:tgtEl>
                                          <p:spTgt spid="12"/>
                                        </p:tgtEl>
                                      </p:cBhvr>
                                    </p:animEffect>
                                  </p:childTnLst>
                                </p:cTn>
                              </p:par>
                              <p:par>
                                <p:cTn id="54" presetID="53" presetClass="entr" presetSubtype="16" fill="hold" grpId="0" nodeType="withEffect">
                                  <p:stCondLst>
                                    <p:cond delay="0"/>
                                  </p:stCondLst>
                                  <p:childTnLst>
                                    <p:set>
                                      <p:cBhvr>
                                        <p:cTn id="55" dur="1" fill="hold">
                                          <p:stCondLst>
                                            <p:cond delay="0"/>
                                          </p:stCondLst>
                                        </p:cTn>
                                        <p:tgtEl>
                                          <p:spTgt spid="13"/>
                                        </p:tgtEl>
                                        <p:attrNameLst>
                                          <p:attrName>style.visibility</p:attrName>
                                        </p:attrNameLst>
                                      </p:cBhvr>
                                      <p:to>
                                        <p:strVal val="visible"/>
                                      </p:to>
                                    </p:set>
                                    <p:anim calcmode="lin" valueType="num">
                                      <p:cBhvr additive="base">
                                        <p:cTn id="56" dur="500" fill="hold" decel="100000"/>
                                        <p:tgtEl>
                                          <p:spTgt spid="13"/>
                                        </p:tgtEl>
                                        <p:attrNameLst>
                                          <p:attrName>ppt_w</p:attrName>
                                        </p:attrNameLst>
                                      </p:cBhvr>
                                      <p:tavLst>
                                        <p:tav tm="0">
                                          <p:val>
                                            <p:strVal val="0"/>
                                          </p:val>
                                        </p:tav>
                                        <p:tav tm="100000">
                                          <p:val>
                                            <p:strVal val="#ppt_w"/>
                                          </p:val>
                                        </p:tav>
                                      </p:tavLst>
                                    </p:anim>
                                    <p:anim calcmode="lin" valueType="num">
                                      <p:cBhvr additive="base">
                                        <p:cTn id="57" dur="500" fill="hold" decel="100000"/>
                                        <p:tgtEl>
                                          <p:spTgt spid="13"/>
                                        </p:tgtEl>
                                        <p:attrNameLst>
                                          <p:attrName>ppt_h</p:attrName>
                                        </p:attrNameLst>
                                      </p:cBhvr>
                                      <p:tavLst>
                                        <p:tav tm="0">
                                          <p:val>
                                            <p:strVal val="0"/>
                                          </p:val>
                                        </p:tav>
                                        <p:tav tm="100000">
                                          <p:val>
                                            <p:strVal val="#ppt_h"/>
                                          </p:val>
                                        </p:tav>
                                      </p:tavLst>
                                    </p:anim>
                                    <p:animEffect transition="in" filter="fade">
                                      <p:cBhvr>
                                        <p:cTn id="58" dur="500"/>
                                        <p:tgtEl>
                                          <p:spTgt spid="13"/>
                                        </p:tgtEl>
                                      </p:cBhvr>
                                    </p:animEffect>
                                  </p:childTnLst>
                                </p:cTn>
                              </p:par>
                            </p:childTnLst>
                          </p:cTn>
                        </p:par>
                        <p:par>
                          <p:cTn id="59" fill="hold">
                            <p:stCondLst>
                              <p:cond delay="2000"/>
                            </p:stCondLst>
                            <p:childTnLst>
                              <p:par>
                                <p:cTn id="60" presetID="10" presetClass="entr" presetSubtype="0" fill="hold" grpId="0" nodeType="after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300"/>
                                        <p:tgtEl>
                                          <p:spTgt spid="16"/>
                                        </p:tgtEl>
                                      </p:cBhvr>
                                    </p:animEffect>
                                  </p:childTnLst>
                                </p:cTn>
                              </p:par>
                            </p:childTnLst>
                          </p:cTn>
                        </p:par>
                        <p:par>
                          <p:cTn id="63" fill="hold">
                            <p:stCondLst>
                              <p:cond delay="2200"/>
                            </p:stCondLst>
                            <p:childTnLst>
                              <p:par>
                                <p:cTn id="64" presetID="22" presetClass="entr" presetSubtype="8" fill="hold" grpId="0" nodeType="after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wipe(left)">
                                      <p:cBhvr>
                                        <p:cTn id="66" dur="600"/>
                                        <p:tgtEl>
                                          <p:spTgt spid="17"/>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0"/>
                                        </p:tgtEl>
                                        <p:attrNameLst>
                                          <p:attrName>style.visibility</p:attrName>
                                        </p:attrNameLst>
                                      </p:cBhvr>
                                      <p:to>
                                        <p:strVal val="visible"/>
                                      </p:to>
                                    </p:set>
                                    <p:animEffect transition="in" filter="wipe(left)">
                                      <p:cBhvr>
                                        <p:cTn id="69" dur="600"/>
                                        <p:tgtEl>
                                          <p:spTgt spid="20"/>
                                        </p:tgtEl>
                                      </p:cBhvr>
                                    </p:animEffect>
                                  </p:childTnLst>
                                </p:cTn>
                              </p:par>
                              <p:par>
                                <p:cTn id="70" presetID="22" presetClass="entr" presetSubtype="8" fill="hold" grpId="0" nodeType="withEffect">
                                  <p:stCondLst>
                                    <p:cond delay="0"/>
                                  </p:stCondLst>
                                  <p:childTnLst>
                                    <p:set>
                                      <p:cBhvr>
                                        <p:cTn id="71" dur="1" fill="hold">
                                          <p:stCondLst>
                                            <p:cond delay="0"/>
                                          </p:stCondLst>
                                        </p:cTn>
                                        <p:tgtEl>
                                          <p:spTgt spid="21"/>
                                        </p:tgtEl>
                                        <p:attrNameLst>
                                          <p:attrName>style.visibility</p:attrName>
                                        </p:attrNameLst>
                                      </p:cBhvr>
                                      <p:to>
                                        <p:strVal val="visible"/>
                                      </p:to>
                                    </p:set>
                                    <p:animEffect transition="in" filter="wipe(left)">
                                      <p:cBhvr>
                                        <p:cTn id="72" dur="600"/>
                                        <p:tgtEl>
                                          <p:spTgt spid="21"/>
                                        </p:tgtEl>
                                      </p:cBhvr>
                                    </p:animEffect>
                                  </p:childTnLst>
                                </p:cTn>
                              </p:par>
                            </p:childTnLst>
                          </p:cTn>
                        </p:par>
                        <p:par>
                          <p:cTn id="73" fill="hold">
                            <p:stCondLst>
                              <p:cond delay="2350"/>
                            </p:stCondLst>
                            <p:childTnLst>
                              <p:par>
                                <p:cTn id="74" presetID="53" presetClass="entr" presetSubtype="16" fill="hold" grpId="0" nodeType="afterEffect">
                                  <p:stCondLst>
                                    <p:cond delay="0"/>
                                  </p:stCondLst>
                                  <p:childTnLst>
                                    <p:set>
                                      <p:cBhvr>
                                        <p:cTn id="75" dur="1" fill="hold">
                                          <p:stCondLst>
                                            <p:cond delay="0"/>
                                          </p:stCondLst>
                                        </p:cTn>
                                        <p:tgtEl>
                                          <p:spTgt spid="18"/>
                                        </p:tgtEl>
                                        <p:attrNameLst>
                                          <p:attrName>style.visibility</p:attrName>
                                        </p:attrNameLst>
                                      </p:cBhvr>
                                      <p:to>
                                        <p:strVal val="visible"/>
                                      </p:to>
                                    </p:set>
                                    <p:anim calcmode="lin" valueType="num">
                                      <p:cBhvr additive="base">
                                        <p:cTn id="76" dur="500" fill="hold" decel="100000"/>
                                        <p:tgtEl>
                                          <p:spTgt spid="18"/>
                                        </p:tgtEl>
                                        <p:attrNameLst>
                                          <p:attrName>ppt_w</p:attrName>
                                        </p:attrNameLst>
                                      </p:cBhvr>
                                      <p:tavLst>
                                        <p:tav tm="0">
                                          <p:val>
                                            <p:strVal val="0"/>
                                          </p:val>
                                        </p:tav>
                                        <p:tav tm="100000">
                                          <p:val>
                                            <p:strVal val="#ppt_w"/>
                                          </p:val>
                                        </p:tav>
                                      </p:tavLst>
                                    </p:anim>
                                    <p:anim calcmode="lin" valueType="num">
                                      <p:cBhvr additive="base">
                                        <p:cTn id="77" dur="500" fill="hold" decel="100000"/>
                                        <p:tgtEl>
                                          <p:spTgt spid="18"/>
                                        </p:tgtEl>
                                        <p:attrNameLst>
                                          <p:attrName>ppt_h</p:attrName>
                                        </p:attrNameLst>
                                      </p:cBhvr>
                                      <p:tavLst>
                                        <p:tav tm="0">
                                          <p:val>
                                            <p:strVal val="0"/>
                                          </p:val>
                                        </p:tav>
                                        <p:tav tm="100000">
                                          <p:val>
                                            <p:strVal val="#ppt_h"/>
                                          </p:val>
                                        </p:tav>
                                      </p:tavLst>
                                    </p:anim>
                                    <p:animEffect transition="in" filter="fade">
                                      <p:cBhvr>
                                        <p:cTn id="78" dur="500"/>
                                        <p:tgtEl>
                                          <p:spTgt spid="18"/>
                                        </p:tgtEl>
                                      </p:cBhvr>
                                    </p:animEffect>
                                  </p:childTnLst>
                                </p:cTn>
                              </p:par>
                              <p:par>
                                <p:cTn id="79" presetID="53" presetClass="entr" presetSubtype="16" fill="hold" grpId="0" nodeType="withEffect">
                                  <p:stCondLst>
                                    <p:cond delay="0"/>
                                  </p:stCondLst>
                                  <p:childTnLst>
                                    <p:set>
                                      <p:cBhvr>
                                        <p:cTn id="80" dur="1" fill="hold">
                                          <p:stCondLst>
                                            <p:cond delay="0"/>
                                          </p:stCondLst>
                                        </p:cTn>
                                        <p:tgtEl>
                                          <p:spTgt spid="19"/>
                                        </p:tgtEl>
                                        <p:attrNameLst>
                                          <p:attrName>style.visibility</p:attrName>
                                        </p:attrNameLst>
                                      </p:cBhvr>
                                      <p:to>
                                        <p:strVal val="visible"/>
                                      </p:to>
                                    </p:set>
                                    <p:anim calcmode="lin" valueType="num">
                                      <p:cBhvr additive="base">
                                        <p:cTn id="81" dur="500" fill="hold" decel="100000"/>
                                        <p:tgtEl>
                                          <p:spTgt spid="19"/>
                                        </p:tgtEl>
                                        <p:attrNameLst>
                                          <p:attrName>ppt_w</p:attrName>
                                        </p:attrNameLst>
                                      </p:cBhvr>
                                      <p:tavLst>
                                        <p:tav tm="0">
                                          <p:val>
                                            <p:strVal val="0"/>
                                          </p:val>
                                        </p:tav>
                                        <p:tav tm="100000">
                                          <p:val>
                                            <p:strVal val="#ppt_w"/>
                                          </p:val>
                                        </p:tav>
                                      </p:tavLst>
                                    </p:anim>
                                    <p:anim calcmode="lin" valueType="num">
                                      <p:cBhvr additive="base">
                                        <p:cTn id="82" dur="500" fill="hold" decel="100000"/>
                                        <p:tgtEl>
                                          <p:spTgt spid="19"/>
                                        </p:tgtEl>
                                        <p:attrNameLst>
                                          <p:attrName>ppt_h</p:attrName>
                                        </p:attrNameLst>
                                      </p:cBhvr>
                                      <p:tavLst>
                                        <p:tav tm="0">
                                          <p:val>
                                            <p:strVal val="0"/>
                                          </p:val>
                                        </p:tav>
                                        <p:tav tm="100000">
                                          <p:val>
                                            <p:strVal val="#ppt_h"/>
                                          </p:val>
                                        </p:tav>
                                      </p:tavLst>
                                    </p:anim>
                                    <p:animEffect transition="in" filter="fade">
                                      <p:cBhvr>
                                        <p:cTn id="83" dur="500"/>
                                        <p:tgtEl>
                                          <p:spTgt spid="19"/>
                                        </p:tgtEl>
                                      </p:cBhvr>
                                    </p:animEffect>
                                  </p:childTnLst>
                                </p:cTn>
                              </p:par>
                            </p:childTnLst>
                          </p:cTn>
                        </p:par>
                        <p:par>
                          <p:cTn id="84" fill="hold">
                            <p:stCondLst>
                              <p:cond delay="2650"/>
                            </p:stCondLst>
                            <p:childTnLst>
                              <p:par>
                                <p:cTn id="85" presetID="10" presetClass="entr" presetSubtype="0" fill="hold" grpId="0" nodeType="afterEffect">
                                  <p:stCondLst>
                                    <p:cond delay="0"/>
                                  </p:stCondLst>
                                  <p:childTnLst>
                                    <p:set>
                                      <p:cBhvr>
                                        <p:cTn id="86" dur="1" fill="hold">
                                          <p:stCondLst>
                                            <p:cond delay="0"/>
                                          </p:stCondLst>
                                        </p:cTn>
                                        <p:tgtEl>
                                          <p:spTgt spid="22"/>
                                        </p:tgtEl>
                                        <p:attrNameLst>
                                          <p:attrName>style.visibility</p:attrName>
                                        </p:attrNameLst>
                                      </p:cBhvr>
                                      <p:to>
                                        <p:strVal val="visible"/>
                                      </p:to>
                                    </p:set>
                                    <p:animEffect transition="in" filter="fade">
                                      <p:cBhvr>
                                        <p:cTn id="87" dur="300"/>
                                        <p:tgtEl>
                                          <p:spTgt spid="22"/>
                                        </p:tgtEl>
                                      </p:cBhvr>
                                    </p:animEffect>
                                  </p:childTnLst>
                                </p:cTn>
                              </p:par>
                            </p:childTnLst>
                          </p:cTn>
                        </p:par>
                        <p:par>
                          <p:cTn id="88" fill="hold">
                            <p:stCondLst>
                              <p:cond delay="2850"/>
                            </p:stCondLst>
                            <p:childTnLst>
                              <p:par>
                                <p:cTn id="89" presetID="22" presetClass="entr" presetSubtype="8" fill="hold" grpId="0" nodeType="afterEffect">
                                  <p:stCondLst>
                                    <p:cond delay="0"/>
                                  </p:stCondLst>
                                  <p:childTnLst>
                                    <p:set>
                                      <p:cBhvr>
                                        <p:cTn id="90" dur="1" fill="hold">
                                          <p:stCondLst>
                                            <p:cond delay="0"/>
                                          </p:stCondLst>
                                        </p:cTn>
                                        <p:tgtEl>
                                          <p:spTgt spid="23"/>
                                        </p:tgtEl>
                                        <p:attrNameLst>
                                          <p:attrName>style.visibility</p:attrName>
                                        </p:attrNameLst>
                                      </p:cBhvr>
                                      <p:to>
                                        <p:strVal val="visible"/>
                                      </p:to>
                                    </p:set>
                                    <p:animEffect transition="in" filter="wipe(left)">
                                      <p:cBhvr>
                                        <p:cTn id="91" dur="600"/>
                                        <p:tgtEl>
                                          <p:spTgt spid="23"/>
                                        </p:tgtEl>
                                      </p:cBhvr>
                                    </p:animEffect>
                                  </p:childTnLst>
                                </p:cTn>
                              </p:par>
                              <p:par>
                                <p:cTn id="92" presetID="22" presetClass="entr" presetSubtype="8" fill="hold" grpId="0" nodeType="withEffect">
                                  <p:stCondLst>
                                    <p:cond delay="0"/>
                                  </p:stCondLst>
                                  <p:childTnLst>
                                    <p:set>
                                      <p:cBhvr>
                                        <p:cTn id="93" dur="1" fill="hold">
                                          <p:stCondLst>
                                            <p:cond delay="0"/>
                                          </p:stCondLst>
                                        </p:cTn>
                                        <p:tgtEl>
                                          <p:spTgt spid="26"/>
                                        </p:tgtEl>
                                        <p:attrNameLst>
                                          <p:attrName>style.visibility</p:attrName>
                                        </p:attrNameLst>
                                      </p:cBhvr>
                                      <p:to>
                                        <p:strVal val="visible"/>
                                      </p:to>
                                    </p:set>
                                    <p:animEffect transition="in" filter="wipe(left)">
                                      <p:cBhvr>
                                        <p:cTn id="94" dur="600"/>
                                        <p:tgtEl>
                                          <p:spTgt spid="26"/>
                                        </p:tgtEl>
                                      </p:cBhvr>
                                    </p:animEffect>
                                  </p:childTnLst>
                                </p:cTn>
                              </p:par>
                              <p:par>
                                <p:cTn id="95" presetID="22" presetClass="entr" presetSubtype="8" fill="hold" grpId="0" nodeType="withEffect">
                                  <p:stCondLst>
                                    <p:cond delay="0"/>
                                  </p:stCondLst>
                                  <p:childTnLst>
                                    <p:set>
                                      <p:cBhvr>
                                        <p:cTn id="96" dur="1" fill="hold">
                                          <p:stCondLst>
                                            <p:cond delay="0"/>
                                          </p:stCondLst>
                                        </p:cTn>
                                        <p:tgtEl>
                                          <p:spTgt spid="27"/>
                                        </p:tgtEl>
                                        <p:attrNameLst>
                                          <p:attrName>style.visibility</p:attrName>
                                        </p:attrNameLst>
                                      </p:cBhvr>
                                      <p:to>
                                        <p:strVal val="visible"/>
                                      </p:to>
                                    </p:set>
                                    <p:animEffect transition="in" filter="wipe(left)">
                                      <p:cBhvr>
                                        <p:cTn id="97" dur="600"/>
                                        <p:tgtEl>
                                          <p:spTgt spid="27"/>
                                        </p:tgtEl>
                                      </p:cBhvr>
                                    </p:animEffect>
                                  </p:childTnLst>
                                </p:cTn>
                              </p:par>
                            </p:childTnLst>
                          </p:cTn>
                        </p:par>
                        <p:par>
                          <p:cTn id="98" fill="hold">
                            <p:stCondLst>
                              <p:cond delay="3000"/>
                            </p:stCondLst>
                            <p:childTnLst>
                              <p:par>
                                <p:cTn id="99" presetID="53" presetClass="entr" presetSubtype="16" fill="hold" grpId="0" nodeType="afterEffect">
                                  <p:stCondLst>
                                    <p:cond delay="0"/>
                                  </p:stCondLst>
                                  <p:childTnLst>
                                    <p:set>
                                      <p:cBhvr>
                                        <p:cTn id="100" dur="1" fill="hold">
                                          <p:stCondLst>
                                            <p:cond delay="0"/>
                                          </p:stCondLst>
                                        </p:cTn>
                                        <p:tgtEl>
                                          <p:spTgt spid="24"/>
                                        </p:tgtEl>
                                        <p:attrNameLst>
                                          <p:attrName>style.visibility</p:attrName>
                                        </p:attrNameLst>
                                      </p:cBhvr>
                                      <p:to>
                                        <p:strVal val="visible"/>
                                      </p:to>
                                    </p:set>
                                    <p:anim calcmode="lin" valueType="num">
                                      <p:cBhvr additive="base">
                                        <p:cTn id="101" dur="500" fill="hold" decel="100000"/>
                                        <p:tgtEl>
                                          <p:spTgt spid="24"/>
                                        </p:tgtEl>
                                        <p:attrNameLst>
                                          <p:attrName>ppt_w</p:attrName>
                                        </p:attrNameLst>
                                      </p:cBhvr>
                                      <p:tavLst>
                                        <p:tav tm="0">
                                          <p:val>
                                            <p:strVal val="0"/>
                                          </p:val>
                                        </p:tav>
                                        <p:tav tm="100000">
                                          <p:val>
                                            <p:strVal val="#ppt_w"/>
                                          </p:val>
                                        </p:tav>
                                      </p:tavLst>
                                    </p:anim>
                                    <p:anim calcmode="lin" valueType="num">
                                      <p:cBhvr additive="base">
                                        <p:cTn id="102" dur="500" fill="hold" decel="100000"/>
                                        <p:tgtEl>
                                          <p:spTgt spid="24"/>
                                        </p:tgtEl>
                                        <p:attrNameLst>
                                          <p:attrName>ppt_h</p:attrName>
                                        </p:attrNameLst>
                                      </p:cBhvr>
                                      <p:tavLst>
                                        <p:tav tm="0">
                                          <p:val>
                                            <p:strVal val="0"/>
                                          </p:val>
                                        </p:tav>
                                        <p:tav tm="100000">
                                          <p:val>
                                            <p:strVal val="#ppt_h"/>
                                          </p:val>
                                        </p:tav>
                                      </p:tavLst>
                                    </p:anim>
                                    <p:animEffect transition="in" filter="fade">
                                      <p:cBhvr>
                                        <p:cTn id="103" dur="500"/>
                                        <p:tgtEl>
                                          <p:spTgt spid="24"/>
                                        </p:tgtEl>
                                      </p:cBhvr>
                                    </p:animEffect>
                                  </p:childTnLst>
                                </p:cTn>
                              </p:par>
                              <p:par>
                                <p:cTn id="104" presetID="53" presetClass="entr" presetSubtype="16" fill="hold" grpId="0" nodeType="withEffect">
                                  <p:stCondLst>
                                    <p:cond delay="0"/>
                                  </p:stCondLst>
                                  <p:childTnLst>
                                    <p:set>
                                      <p:cBhvr>
                                        <p:cTn id="105" dur="1" fill="hold">
                                          <p:stCondLst>
                                            <p:cond delay="0"/>
                                          </p:stCondLst>
                                        </p:cTn>
                                        <p:tgtEl>
                                          <p:spTgt spid="25"/>
                                        </p:tgtEl>
                                        <p:attrNameLst>
                                          <p:attrName>style.visibility</p:attrName>
                                        </p:attrNameLst>
                                      </p:cBhvr>
                                      <p:to>
                                        <p:strVal val="visible"/>
                                      </p:to>
                                    </p:set>
                                    <p:anim calcmode="lin" valueType="num">
                                      <p:cBhvr additive="base">
                                        <p:cTn id="106" dur="500" fill="hold" decel="100000"/>
                                        <p:tgtEl>
                                          <p:spTgt spid="25"/>
                                        </p:tgtEl>
                                        <p:attrNameLst>
                                          <p:attrName>ppt_w</p:attrName>
                                        </p:attrNameLst>
                                      </p:cBhvr>
                                      <p:tavLst>
                                        <p:tav tm="0">
                                          <p:val>
                                            <p:strVal val="0"/>
                                          </p:val>
                                        </p:tav>
                                        <p:tav tm="100000">
                                          <p:val>
                                            <p:strVal val="#ppt_w"/>
                                          </p:val>
                                        </p:tav>
                                      </p:tavLst>
                                    </p:anim>
                                    <p:anim calcmode="lin" valueType="num">
                                      <p:cBhvr additive="base">
                                        <p:cTn id="107" dur="500" fill="hold" decel="100000"/>
                                        <p:tgtEl>
                                          <p:spTgt spid="25"/>
                                        </p:tgtEl>
                                        <p:attrNameLst>
                                          <p:attrName>ppt_h</p:attrName>
                                        </p:attrNameLst>
                                      </p:cBhvr>
                                      <p:tavLst>
                                        <p:tav tm="0">
                                          <p:val>
                                            <p:strVal val="0"/>
                                          </p:val>
                                        </p:tav>
                                        <p:tav tm="100000">
                                          <p:val>
                                            <p:strVal val="#ppt_h"/>
                                          </p:val>
                                        </p:tav>
                                      </p:tavLst>
                                    </p:anim>
                                    <p:animEffect transition="in" filter="fade">
                                      <p:cBhvr>
                                        <p:cTn id="108" dur="500"/>
                                        <p:tgtEl>
                                          <p:spTgt spid="25"/>
                                        </p:tgtEl>
                                      </p:cBhvr>
                                    </p:animEffect>
                                  </p:childTnLst>
                                </p:cTn>
                              </p:par>
                            </p:childTnLst>
                          </p:cTn>
                        </p:par>
                        <p:par>
                          <p:cTn id="109" fill="hold">
                            <p:stCondLst>
                              <p:cond delay="3300"/>
                            </p:stCondLst>
                            <p:childTnLst>
                              <p:par>
                                <p:cTn id="110" presetID="10" presetClass="entr" presetSubtype="0" fill="hold" grpId="0" nodeType="afterEffect">
                                  <p:stCondLst>
                                    <p:cond delay="0"/>
                                  </p:stCondLst>
                                  <p:childTnLst>
                                    <p:set>
                                      <p:cBhvr>
                                        <p:cTn id="111" dur="1" fill="hold">
                                          <p:stCondLst>
                                            <p:cond delay="0"/>
                                          </p:stCondLst>
                                        </p:cTn>
                                        <p:tgtEl>
                                          <p:spTgt spid="28"/>
                                        </p:tgtEl>
                                        <p:attrNameLst>
                                          <p:attrName>style.visibility</p:attrName>
                                        </p:attrNameLst>
                                      </p:cBhvr>
                                      <p:to>
                                        <p:strVal val="visible"/>
                                      </p:to>
                                    </p:set>
                                    <p:animEffect transition="in" filter="fade">
                                      <p:cBhvr>
                                        <p:cTn id="112" dur="300"/>
                                        <p:tgtEl>
                                          <p:spTgt spid="28"/>
                                        </p:tgtEl>
                                      </p:cBhvr>
                                    </p:animEffect>
                                  </p:childTnLst>
                                </p:cTn>
                              </p:par>
                            </p:childTnLst>
                          </p:cTn>
                        </p:par>
                        <p:par>
                          <p:cTn id="113" fill="hold">
                            <p:stCondLst>
                              <p:cond delay="3500"/>
                            </p:stCondLst>
                            <p:childTnLst>
                              <p:par>
                                <p:cTn id="114" presetID="22" presetClass="entr" presetSubtype="8" fill="hold" grpId="0" nodeType="afterEffect">
                                  <p:stCondLst>
                                    <p:cond delay="0"/>
                                  </p:stCondLst>
                                  <p:childTnLst>
                                    <p:set>
                                      <p:cBhvr>
                                        <p:cTn id="115" dur="1" fill="hold">
                                          <p:stCondLst>
                                            <p:cond delay="0"/>
                                          </p:stCondLst>
                                        </p:cTn>
                                        <p:tgtEl>
                                          <p:spTgt spid="29"/>
                                        </p:tgtEl>
                                        <p:attrNameLst>
                                          <p:attrName>style.visibility</p:attrName>
                                        </p:attrNameLst>
                                      </p:cBhvr>
                                      <p:to>
                                        <p:strVal val="visible"/>
                                      </p:to>
                                    </p:set>
                                    <p:animEffect transition="in" filter="wipe(left)">
                                      <p:cBhvr>
                                        <p:cTn id="116" dur="600"/>
                                        <p:tgtEl>
                                          <p:spTgt spid="29"/>
                                        </p:tgtEl>
                                      </p:cBhvr>
                                    </p:animEffect>
                                  </p:childTnLst>
                                </p:cTn>
                              </p:par>
                              <p:par>
                                <p:cTn id="117" presetID="22" presetClass="entr" presetSubtype="8" fill="hold" grpId="0" nodeType="withEffect">
                                  <p:stCondLst>
                                    <p:cond delay="0"/>
                                  </p:stCondLst>
                                  <p:childTnLst>
                                    <p:set>
                                      <p:cBhvr>
                                        <p:cTn id="118" dur="1" fill="hold">
                                          <p:stCondLst>
                                            <p:cond delay="0"/>
                                          </p:stCondLst>
                                        </p:cTn>
                                        <p:tgtEl>
                                          <p:spTgt spid="32"/>
                                        </p:tgtEl>
                                        <p:attrNameLst>
                                          <p:attrName>style.visibility</p:attrName>
                                        </p:attrNameLst>
                                      </p:cBhvr>
                                      <p:to>
                                        <p:strVal val="visible"/>
                                      </p:to>
                                    </p:set>
                                    <p:animEffect transition="in" filter="wipe(left)">
                                      <p:cBhvr>
                                        <p:cTn id="119" dur="600"/>
                                        <p:tgtEl>
                                          <p:spTgt spid="32"/>
                                        </p:tgtEl>
                                      </p:cBhvr>
                                    </p:animEffect>
                                  </p:childTnLst>
                                </p:cTn>
                              </p:par>
                              <p:par>
                                <p:cTn id="120" presetID="22" presetClass="entr" presetSubtype="8" fill="hold" grpId="0" nodeType="withEffect">
                                  <p:stCondLst>
                                    <p:cond delay="0"/>
                                  </p:stCondLst>
                                  <p:childTnLst>
                                    <p:set>
                                      <p:cBhvr>
                                        <p:cTn id="121" dur="1" fill="hold">
                                          <p:stCondLst>
                                            <p:cond delay="0"/>
                                          </p:stCondLst>
                                        </p:cTn>
                                        <p:tgtEl>
                                          <p:spTgt spid="33"/>
                                        </p:tgtEl>
                                        <p:attrNameLst>
                                          <p:attrName>style.visibility</p:attrName>
                                        </p:attrNameLst>
                                      </p:cBhvr>
                                      <p:to>
                                        <p:strVal val="visible"/>
                                      </p:to>
                                    </p:set>
                                    <p:animEffect transition="in" filter="wipe(left)">
                                      <p:cBhvr>
                                        <p:cTn id="122" dur="600"/>
                                        <p:tgtEl>
                                          <p:spTgt spid="33"/>
                                        </p:tgtEl>
                                      </p:cBhvr>
                                    </p:animEffect>
                                  </p:childTnLst>
                                </p:cTn>
                              </p:par>
                            </p:childTnLst>
                          </p:cTn>
                        </p:par>
                        <p:par>
                          <p:cTn id="123" fill="hold">
                            <p:stCondLst>
                              <p:cond delay="3650"/>
                            </p:stCondLst>
                            <p:childTnLst>
                              <p:par>
                                <p:cTn id="124" presetID="53" presetClass="entr" presetSubtype="16" fill="hold" grpId="0" nodeType="afterEffect">
                                  <p:stCondLst>
                                    <p:cond delay="0"/>
                                  </p:stCondLst>
                                  <p:childTnLst>
                                    <p:set>
                                      <p:cBhvr>
                                        <p:cTn id="125" dur="1" fill="hold">
                                          <p:stCondLst>
                                            <p:cond delay="0"/>
                                          </p:stCondLst>
                                        </p:cTn>
                                        <p:tgtEl>
                                          <p:spTgt spid="30"/>
                                        </p:tgtEl>
                                        <p:attrNameLst>
                                          <p:attrName>style.visibility</p:attrName>
                                        </p:attrNameLst>
                                      </p:cBhvr>
                                      <p:to>
                                        <p:strVal val="visible"/>
                                      </p:to>
                                    </p:set>
                                    <p:anim calcmode="lin" valueType="num">
                                      <p:cBhvr additive="base">
                                        <p:cTn id="126" dur="500" fill="hold" decel="100000"/>
                                        <p:tgtEl>
                                          <p:spTgt spid="30"/>
                                        </p:tgtEl>
                                        <p:attrNameLst>
                                          <p:attrName>ppt_w</p:attrName>
                                        </p:attrNameLst>
                                      </p:cBhvr>
                                      <p:tavLst>
                                        <p:tav tm="0">
                                          <p:val>
                                            <p:strVal val="0"/>
                                          </p:val>
                                        </p:tav>
                                        <p:tav tm="100000">
                                          <p:val>
                                            <p:strVal val="#ppt_w"/>
                                          </p:val>
                                        </p:tav>
                                      </p:tavLst>
                                    </p:anim>
                                    <p:anim calcmode="lin" valueType="num">
                                      <p:cBhvr additive="base">
                                        <p:cTn id="127" dur="500" fill="hold" decel="100000"/>
                                        <p:tgtEl>
                                          <p:spTgt spid="30"/>
                                        </p:tgtEl>
                                        <p:attrNameLst>
                                          <p:attrName>ppt_h</p:attrName>
                                        </p:attrNameLst>
                                      </p:cBhvr>
                                      <p:tavLst>
                                        <p:tav tm="0">
                                          <p:val>
                                            <p:strVal val="0"/>
                                          </p:val>
                                        </p:tav>
                                        <p:tav tm="100000">
                                          <p:val>
                                            <p:strVal val="#ppt_h"/>
                                          </p:val>
                                        </p:tav>
                                      </p:tavLst>
                                    </p:anim>
                                    <p:animEffect transition="in" filter="fade">
                                      <p:cBhvr>
                                        <p:cTn id="128" dur="500"/>
                                        <p:tgtEl>
                                          <p:spTgt spid="30"/>
                                        </p:tgtEl>
                                      </p:cBhvr>
                                    </p:animEffect>
                                  </p:childTnLst>
                                </p:cTn>
                              </p:par>
                              <p:par>
                                <p:cTn id="129" presetID="53" presetClass="entr" presetSubtype="16" fill="hold" grpId="0" nodeType="withEffect">
                                  <p:stCondLst>
                                    <p:cond delay="0"/>
                                  </p:stCondLst>
                                  <p:childTnLst>
                                    <p:set>
                                      <p:cBhvr>
                                        <p:cTn id="130" dur="1" fill="hold">
                                          <p:stCondLst>
                                            <p:cond delay="0"/>
                                          </p:stCondLst>
                                        </p:cTn>
                                        <p:tgtEl>
                                          <p:spTgt spid="31"/>
                                        </p:tgtEl>
                                        <p:attrNameLst>
                                          <p:attrName>style.visibility</p:attrName>
                                        </p:attrNameLst>
                                      </p:cBhvr>
                                      <p:to>
                                        <p:strVal val="visible"/>
                                      </p:to>
                                    </p:set>
                                    <p:anim calcmode="lin" valueType="num">
                                      <p:cBhvr additive="base">
                                        <p:cTn id="131" dur="500" fill="hold" decel="100000"/>
                                        <p:tgtEl>
                                          <p:spTgt spid="31"/>
                                        </p:tgtEl>
                                        <p:attrNameLst>
                                          <p:attrName>ppt_w</p:attrName>
                                        </p:attrNameLst>
                                      </p:cBhvr>
                                      <p:tavLst>
                                        <p:tav tm="0">
                                          <p:val>
                                            <p:strVal val="0"/>
                                          </p:val>
                                        </p:tav>
                                        <p:tav tm="100000">
                                          <p:val>
                                            <p:strVal val="#ppt_w"/>
                                          </p:val>
                                        </p:tav>
                                      </p:tavLst>
                                    </p:anim>
                                    <p:anim calcmode="lin" valueType="num">
                                      <p:cBhvr additive="base">
                                        <p:cTn id="132" dur="500" fill="hold" decel="100000"/>
                                        <p:tgtEl>
                                          <p:spTgt spid="31"/>
                                        </p:tgtEl>
                                        <p:attrNameLst>
                                          <p:attrName>ppt_h</p:attrName>
                                        </p:attrNameLst>
                                      </p:cBhvr>
                                      <p:tavLst>
                                        <p:tav tm="0">
                                          <p:val>
                                            <p:strVal val="0"/>
                                          </p:val>
                                        </p:tav>
                                        <p:tav tm="100000">
                                          <p:val>
                                            <p:strVal val="#ppt_h"/>
                                          </p:val>
                                        </p:tav>
                                      </p:tavLst>
                                    </p:anim>
                                    <p:animEffect transition="in" filter="fade">
                                      <p:cBhvr>
                                        <p:cTn id="133" dur="500"/>
                                        <p:tgtEl>
                                          <p:spTgt spid="31"/>
                                        </p:tgtEl>
                                      </p:cBhvr>
                                    </p:animEffect>
                                  </p:childTnLst>
                                </p:cTn>
                              </p:par>
                            </p:childTnLst>
                          </p:cTn>
                        </p:par>
                        <p:par>
                          <p:cTn id="134" fill="hold">
                            <p:stCondLst>
                              <p:cond delay="4400"/>
                            </p:stCondLst>
                            <p:childTnLst>
                              <p:par>
                                <p:cTn id="135" presetID="42" presetClass="entr" presetSubtype="0" fill="hold" grpId="0" nodeType="afterEffect">
                                  <p:stCondLst>
                                    <p:cond delay="0"/>
                                  </p:stCondLst>
                                  <p:childTnLst>
                                    <p:set>
                                      <p:cBhvr>
                                        <p:cTn id="136" dur="1" fill="hold">
                                          <p:stCondLst>
                                            <p:cond delay="0"/>
                                          </p:stCondLst>
                                        </p:cTn>
                                        <p:tgtEl>
                                          <p:spTgt spid="34"/>
                                        </p:tgtEl>
                                        <p:attrNameLst>
                                          <p:attrName>style.visibility</p:attrName>
                                        </p:attrNameLst>
                                      </p:cBhvr>
                                      <p:to>
                                        <p:strVal val="visible"/>
                                      </p:to>
                                    </p:set>
                                    <p:animEffect transition="in" filter="fade">
                                      <p:cBhvr>
                                        <p:cTn id="137" dur="800"/>
                                        <p:tgtEl>
                                          <p:spTgt spid="34"/>
                                        </p:tgtEl>
                                      </p:cBhvr>
                                    </p:animEffect>
                                    <p:anim calcmode="lin" valueType="num">
                                      <p:cBhvr additive="base">
                                        <p:cTn id="138" dur="800" fill="hold" decel="100000"/>
                                        <p:tgtEl>
                                          <p:spTgt spid="34"/>
                                        </p:tgtEl>
                                        <p:attrNameLst>
                                          <p:attrName>ppt_x</p:attrName>
                                        </p:attrNameLst>
                                      </p:cBhvr>
                                      <p:tavLst>
                                        <p:tav tm="0">
                                          <p:val>
                                            <p:strVal val="#ppt_x"/>
                                          </p:val>
                                        </p:tav>
                                        <p:tav tm="100000">
                                          <p:val>
                                            <p:strVal val="#ppt_x"/>
                                          </p:val>
                                        </p:tav>
                                      </p:tavLst>
                                    </p:anim>
                                    <p:anim calcmode="lin" valueType="num">
                                      <p:cBhvr additive="base">
                                        <p:cTn id="139" dur="800" fill="hold" decel="100000"/>
                                        <p:tgtEl>
                                          <p:spTgt spid="34"/>
                                        </p:tgtEl>
                                        <p:attrNameLst>
                                          <p:attrName>ppt_y</p:attrName>
                                        </p:attrNameLst>
                                      </p:cBhvr>
                                      <p:tavLst>
                                        <p:tav tm="0">
                                          <p:val>
                                            <p:strVal val="#ppt_y+.1"/>
                                          </p:val>
                                        </p:tav>
                                        <p:tav tm="100000">
                                          <p:val>
                                            <p:strVal val="#ppt_y"/>
                                          </p:val>
                                        </p:tav>
                                      </p:tavLst>
                                    </p:anim>
                                  </p:childTnLst>
                                </p:cTn>
                              </p:par>
                              <p:par>
                                <p:cTn id="140" presetID="42" presetClass="entr" presetSubtype="0" fill="hold" grpId="0" nodeType="withEffect">
                                  <p:stCondLst>
                                    <p:cond delay="0"/>
                                  </p:stCondLst>
                                  <p:childTnLst>
                                    <p:set>
                                      <p:cBhvr>
                                        <p:cTn id="141" dur="1" fill="hold">
                                          <p:stCondLst>
                                            <p:cond delay="0"/>
                                          </p:stCondLst>
                                        </p:cTn>
                                        <p:tgtEl>
                                          <p:spTgt spid="35"/>
                                        </p:tgtEl>
                                        <p:attrNameLst>
                                          <p:attrName>style.visibility</p:attrName>
                                        </p:attrNameLst>
                                      </p:cBhvr>
                                      <p:to>
                                        <p:strVal val="visible"/>
                                      </p:to>
                                    </p:set>
                                    <p:animEffect transition="in" filter="fade">
                                      <p:cBhvr>
                                        <p:cTn id="142" dur="800"/>
                                        <p:tgtEl>
                                          <p:spTgt spid="35"/>
                                        </p:tgtEl>
                                      </p:cBhvr>
                                    </p:animEffect>
                                    <p:anim calcmode="lin" valueType="num">
                                      <p:cBhvr additive="base">
                                        <p:cTn id="143" dur="800" fill="hold" decel="100000"/>
                                        <p:tgtEl>
                                          <p:spTgt spid="35"/>
                                        </p:tgtEl>
                                        <p:attrNameLst>
                                          <p:attrName>ppt_x</p:attrName>
                                        </p:attrNameLst>
                                      </p:cBhvr>
                                      <p:tavLst>
                                        <p:tav tm="0">
                                          <p:val>
                                            <p:strVal val="#ppt_x"/>
                                          </p:val>
                                        </p:tav>
                                        <p:tav tm="100000">
                                          <p:val>
                                            <p:strVal val="#ppt_x"/>
                                          </p:val>
                                        </p:tav>
                                      </p:tavLst>
                                    </p:anim>
                                    <p:anim calcmode="lin" valueType="num">
                                      <p:cBhvr additive="base">
                                        <p:cTn id="144" dur="800" fill="hold" decel="100000"/>
                                        <p:tgtEl>
                                          <p:spTgt spid="35"/>
                                        </p:tgtEl>
                                        <p:attrNameLst>
                                          <p:attrName>ppt_y</p:attrName>
                                        </p:attrNameLst>
                                      </p:cBhvr>
                                      <p:tavLst>
                                        <p:tav tm="0">
                                          <p:val>
                                            <p:strVal val="#ppt_y+.1"/>
                                          </p:val>
                                        </p:tav>
                                        <p:tav tm="100000">
                                          <p:val>
                                            <p:strVal val="#ppt_y"/>
                                          </p:val>
                                        </p:tav>
                                      </p:tavLst>
                                    </p:anim>
                                  </p:childTnLst>
                                </p:cTn>
                              </p:par>
                              <p:par>
                                <p:cTn id="145" presetID="42" presetClass="entr" presetSubtype="0" fill="hold" grpId="0" nodeType="withEffect">
                                  <p:stCondLst>
                                    <p:cond delay="0"/>
                                  </p:stCondLst>
                                  <p:childTnLst>
                                    <p:set>
                                      <p:cBhvr>
                                        <p:cTn id="146" dur="1" fill="hold">
                                          <p:stCondLst>
                                            <p:cond delay="0"/>
                                          </p:stCondLst>
                                        </p:cTn>
                                        <p:tgtEl>
                                          <p:spTgt spid="36"/>
                                        </p:tgtEl>
                                        <p:attrNameLst>
                                          <p:attrName>style.visibility</p:attrName>
                                        </p:attrNameLst>
                                      </p:cBhvr>
                                      <p:to>
                                        <p:strVal val="visible"/>
                                      </p:to>
                                    </p:set>
                                    <p:animEffect transition="in" filter="fade">
                                      <p:cBhvr>
                                        <p:cTn id="147" dur="800"/>
                                        <p:tgtEl>
                                          <p:spTgt spid="36"/>
                                        </p:tgtEl>
                                      </p:cBhvr>
                                    </p:animEffect>
                                    <p:anim calcmode="lin" valueType="num">
                                      <p:cBhvr additive="base">
                                        <p:cTn id="148" dur="800" fill="hold" decel="100000"/>
                                        <p:tgtEl>
                                          <p:spTgt spid="36"/>
                                        </p:tgtEl>
                                        <p:attrNameLst>
                                          <p:attrName>ppt_x</p:attrName>
                                        </p:attrNameLst>
                                      </p:cBhvr>
                                      <p:tavLst>
                                        <p:tav tm="0">
                                          <p:val>
                                            <p:strVal val="#ppt_x"/>
                                          </p:val>
                                        </p:tav>
                                        <p:tav tm="100000">
                                          <p:val>
                                            <p:strVal val="#ppt_x"/>
                                          </p:val>
                                        </p:tav>
                                      </p:tavLst>
                                    </p:anim>
                                    <p:anim calcmode="lin" valueType="num">
                                      <p:cBhvr additive="base">
                                        <p:cTn id="149" dur="800" fill="hold" decel="100000"/>
                                        <p:tgtEl>
                                          <p:spTgt spid="36"/>
                                        </p:tgtEl>
                                        <p:attrNameLst>
                                          <p:attrName>ppt_y</p:attrName>
                                        </p:attrNameLst>
                                      </p:cBhvr>
                                      <p:tavLst>
                                        <p:tav tm="0">
                                          <p:val>
                                            <p:strVal val="#ppt_y+.1"/>
                                          </p:val>
                                        </p:tav>
                                        <p:tav tm="100000">
                                          <p:val>
                                            <p:strVal val="#ppt_y"/>
                                          </p:val>
                                        </p:tav>
                                      </p:tavLst>
                                    </p:anim>
                                  </p:childTnLst>
                                </p:cTn>
                              </p:par>
                              <p:par>
                                <p:cTn id="150" presetID="42" presetClass="entr" presetSubtype="0" fill="hold" grpId="0" nodeType="withEffect">
                                  <p:stCondLst>
                                    <p:cond delay="0"/>
                                  </p:stCondLst>
                                  <p:childTnLst>
                                    <p:set>
                                      <p:cBhvr>
                                        <p:cTn id="151" dur="1" fill="hold">
                                          <p:stCondLst>
                                            <p:cond delay="0"/>
                                          </p:stCondLst>
                                        </p:cTn>
                                        <p:tgtEl>
                                          <p:spTgt spid="37"/>
                                        </p:tgtEl>
                                        <p:attrNameLst>
                                          <p:attrName>style.visibility</p:attrName>
                                        </p:attrNameLst>
                                      </p:cBhvr>
                                      <p:to>
                                        <p:strVal val="visible"/>
                                      </p:to>
                                    </p:set>
                                    <p:animEffect transition="in" filter="fade">
                                      <p:cBhvr>
                                        <p:cTn id="152" dur="800"/>
                                        <p:tgtEl>
                                          <p:spTgt spid="37"/>
                                        </p:tgtEl>
                                      </p:cBhvr>
                                    </p:animEffect>
                                    <p:anim calcmode="lin" valueType="num">
                                      <p:cBhvr additive="base">
                                        <p:cTn id="153" dur="800" fill="hold" decel="100000"/>
                                        <p:tgtEl>
                                          <p:spTgt spid="37"/>
                                        </p:tgtEl>
                                        <p:attrNameLst>
                                          <p:attrName>ppt_x</p:attrName>
                                        </p:attrNameLst>
                                      </p:cBhvr>
                                      <p:tavLst>
                                        <p:tav tm="0">
                                          <p:val>
                                            <p:strVal val="#ppt_x"/>
                                          </p:val>
                                        </p:tav>
                                        <p:tav tm="100000">
                                          <p:val>
                                            <p:strVal val="#ppt_x"/>
                                          </p:val>
                                        </p:tav>
                                      </p:tavLst>
                                    </p:anim>
                                    <p:anim calcmode="lin" valueType="num">
                                      <p:cBhvr additive="base">
                                        <p:cTn id="154" dur="800" fill="hold" decel="100000"/>
                                        <p:tgtEl>
                                          <p:spTgt spid="37"/>
                                        </p:tgtEl>
                                        <p:attrNameLst>
                                          <p:attrName>ppt_y</p:attrName>
                                        </p:attrNameLst>
                                      </p:cBhvr>
                                      <p:tavLst>
                                        <p:tav tm="0">
                                          <p:val>
                                            <p:strVal val="#ppt_y+.1"/>
                                          </p:val>
                                        </p:tav>
                                        <p:tav tm="100000">
                                          <p:val>
                                            <p:strVal val="#ppt_y"/>
                                          </p:val>
                                        </p:tav>
                                      </p:tavLst>
                                    </p:anim>
                                  </p:childTnLst>
                                </p:cTn>
                              </p:par>
                            </p:childTnLst>
                          </p:cTn>
                        </p:par>
                        <p:par>
                          <p:cTn id="155" fill="hold">
                            <p:stCondLst>
                              <p:cond delay="5400"/>
                            </p:stCondLst>
                            <p:childTnLst>
                              <p:par>
                                <p:cTn id="156" presetID="6" presetClass="emph" presetSubtype="0" fill="hold" grpId="1" nodeType="afterEffect">
                                  <p:stCondLst>
                                    <p:cond delay="0"/>
                                  </p:stCondLst>
                                  <p:childTnLst>
                                    <p:animScale>
                                      <p:cBhvr>
                                        <p:cTn id="157" dur="700" autoRev="1" fill="hold"/>
                                        <p:tgtEl>
                                          <p:spTgt spid="36"/>
                                        </p:tgtEl>
                                      </p:cBhvr>
                                      <p:by x="115000" y="11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8" grpId="0" animBg="1"/>
      <p:bldP spid="9" grpId="0" animBg="1"/>
      <p:bldP spid="14" grpId="0" animBg="1"/>
      <p:bldP spid="15" grpId="0" animBg="1"/>
      <p:bldP spid="20" grpId="0" animBg="1"/>
      <p:bldP spid="21" grpId="0" animBg="1"/>
      <p:bldP spid="26" grpId="0" animBg="1"/>
      <p:bldP spid="27" grpId="0" animBg="1"/>
      <p:bldP spid="32" grpId="0" animBg="1"/>
      <p:bldP spid="33" grpId="0" animBg="1"/>
      <p:bldP spid="3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A2B"/>
        </a:solidFill>
      </p:bgPr>
    </p:bg>
    <p:spTree>
      <p:nvGrpSpPr>
        <p:cNvPr id="1" name=""/>
        <p:cNvGrpSpPr/>
        <p:nvPr/>
      </p:nvGrpSpPr>
      <p:grpSpPr>
        <a:xfrm>
          <a:off x="0" y="0"/>
          <a:ext cx="0" cy="0"/>
          <a:chOff x="0" y="0"/>
          <a:chExt cx="0" cy="0"/>
        </a:xfrm>
      </p:grpSpPr>
      <p:sp>
        <p:nvSpPr>
          <p:cNvPr id="3" name="title"/>
          <p:cNvSpPr txBox="1"/>
          <p:nvPr/>
        </p:nvSpPr>
        <p:spPr>
          <a:xfrm>
            <a:off x="548640" y="320040"/>
            <a:ext cx="5486400" cy="822960"/>
          </a:xfrm>
          <a:prstGeom prst="rect">
            <a:avLst/>
          </a:prstGeom>
          <a:noFill/>
          <a:ln/>
        </p:spPr>
        <p:txBody>
          <a:bodyPr wrap="square" lIns="0" tIns="0" rIns="0" bIns="0" rtlCol="0" anchor="ctr"/>
          <a:lstStyle/>
          <a:p>
            <a:pPr indent="0" marL="0">
              <a:buNone/>
            </a:pPr>
            <a:r>
              <a:rPr lang="en-US" sz="3800" b="1" dirty="0">
                <a:solidFill>
                  <a:srgbClr val="D4A537"/>
                </a:solidFill>
                <a:latin typeface="Bookman Old Style" pitchFamily="34" charset="0"/>
                <a:ea typeface="Bookman Old Style" pitchFamily="34" charset="-122"/>
                <a:cs typeface="Bookman Old Style" pitchFamily="34" charset="-120"/>
              </a:rPr>
              <a:t>Scriere și știință</a:t>
            </a:r>
            <a:endParaRPr lang="en-US" sz="3800" dirty="0"/>
          </a:p>
        </p:txBody>
      </p:sp>
      <p:sp>
        <p:nvSpPr>
          <p:cNvPr id="4" name="frame"/>
          <p:cNvSpPr/>
          <p:nvPr/>
        </p:nvSpPr>
        <p:spPr>
          <a:xfrm>
            <a:off x="7287768" y="429768"/>
            <a:ext cx="4443984" cy="5998464"/>
          </a:xfrm>
          <a:prstGeom prst="roundRect">
            <a:avLst>
              <a:gd name="adj" fmla="val 5144"/>
            </a:avLst>
          </a:prstGeom>
          <a:solidFill>
            <a:srgbClr val="D4A537"/>
          </a:solidFill>
          <a:ln/>
        </p:spPr>
      </p:sp>
      <p:pic>
        <p:nvPicPr>
          <p:cNvPr id="5" name="img0" descr="cache/temple_columns_752x1024_0.22.png">    </p:cNvPr>
          <p:cNvPicPr>
            <a:picLocks noChangeAspect="1"/>
          </p:cNvPicPr>
          <p:nvPr/>
        </p:nvPicPr>
        <p:blipFill>
          <a:blip r:embed="rId1"/>
          <a:stretch>
            <a:fillRect/>
          </a:stretch>
        </p:blipFill>
        <p:spPr>
          <a:xfrm>
            <a:off x="7360920" y="502920"/>
            <a:ext cx="4297680" cy="5852160"/>
          </a:xfrm>
          <a:prstGeom prst="rect">
            <a:avLst/>
          </a:prstGeom>
        </p:spPr>
      </p:pic>
      <p:pic>
        <p:nvPicPr>
          <p:cNvPr id="6" name="img1" descr="cache/obelisk_dawn_752x1024_0.22.png">    </p:cNvPr>
          <p:cNvPicPr>
            <a:picLocks noChangeAspect="1"/>
          </p:cNvPicPr>
          <p:nvPr/>
        </p:nvPicPr>
        <p:blipFill>
          <a:blip r:embed="rId2"/>
          <a:stretch>
            <a:fillRect/>
          </a:stretch>
        </p:blipFill>
        <p:spPr>
          <a:xfrm>
            <a:off x="7360920" y="502920"/>
            <a:ext cx="4297680" cy="5852160"/>
          </a:xfrm>
          <a:prstGeom prst="rect">
            <a:avLst/>
          </a:prstGeom>
        </p:spPr>
      </p:pic>
      <p:sp>
        <p:nvSpPr>
          <p:cNvPr id="7" name="w0_c"/>
          <p:cNvSpPr/>
          <p:nvPr/>
        </p:nvSpPr>
        <p:spPr>
          <a:xfrm>
            <a:off x="548640" y="1280160"/>
            <a:ext cx="731520" cy="731520"/>
          </a:xfrm>
          <a:prstGeom prst="ellipse">
            <a:avLst/>
          </a:prstGeom>
          <a:solidFill>
            <a:srgbClr val="2A9D8F"/>
          </a:solidFill>
          <a:ln w="19050">
            <a:solidFill>
              <a:srgbClr val="D4A537"/>
            </a:solidFill>
            <a:prstDash val="solid"/>
          </a:ln>
        </p:spPr>
      </p:sp>
      <p:pic>
        <p:nvPicPr>
          <p:cNvPr id="8" name="w0_i" descr="preencoded.png">    </p:cNvPr>
          <p:cNvPicPr>
            <a:picLocks noChangeAspect="1"/>
          </p:cNvPicPr>
          <p:nvPr/>
        </p:nvPicPr>
        <p:blipFill>
          <a:blip r:embed="rId3"/>
          <a:stretch>
            <a:fillRect/>
          </a:stretch>
        </p:blipFill>
        <p:spPr>
          <a:xfrm>
            <a:off x="694944" y="1426464"/>
            <a:ext cx="438912" cy="438912"/>
          </a:xfrm>
          <a:prstGeom prst="rect">
            <a:avLst/>
          </a:prstGeom>
        </p:spPr>
      </p:pic>
      <p:sp>
        <p:nvSpPr>
          <p:cNvPr id="9" name="wt0"/>
          <p:cNvSpPr txBox="1"/>
          <p:nvPr/>
        </p:nvSpPr>
        <p:spPr>
          <a:xfrm>
            <a:off x="1463040" y="1207008"/>
            <a:ext cx="5577840" cy="877824"/>
          </a:xfrm>
          <a:prstGeom prst="rect">
            <a:avLst/>
          </a:prstGeom>
          <a:noFill/>
          <a:ln/>
        </p:spPr>
        <p:txBody>
          <a:bodyPr wrap="square" lIns="0" tIns="0" rIns="0" bIns="0" rtlCol="0" anchor="ctr"/>
          <a:lstStyle/>
          <a:p>
            <a:pPr indent="0" marL="0">
              <a:buNone/>
            </a:pPr>
            <a:r>
              <a:rPr lang="en-US" sz="1700" b="1" dirty="0">
                <a:solidFill>
                  <a:srgbClr val="D4A537"/>
                </a:solidFill>
                <a:latin typeface="Bookman Old Style" pitchFamily="34" charset="0"/>
                <a:ea typeface="Bookman Old Style" pitchFamily="34" charset="-122"/>
                <a:cs typeface="Bookman Old Style" pitchFamily="34" charset="-120"/>
              </a:rPr>
              <a:t>Hieroglife</a:t>
            </a:r>
            <a:endParaRPr lang="en-US" sz="1700" dirty="0"/>
          </a:p>
          <a:p>
            <a:pPr indent="0" marL="0">
              <a:buNone/>
            </a:pPr>
            <a:r>
              <a:rPr lang="en-US" sz="1400" dirty="0">
                <a:solidFill>
                  <a:srgbClr val="EADBC0"/>
                </a:solidFill>
                <a:latin typeface="Calibri" pitchFamily="34" charset="0"/>
                <a:ea typeface="Calibri" pitchFamily="34" charset="-122"/>
                <a:cs typeface="Calibri" pitchFamily="34" charset="-120"/>
              </a:rPr>
              <a:t>cca 700 de semne clasice, mii în epoca ptolemeică</a:t>
            </a:r>
            <a:endParaRPr lang="en-US" sz="1700" dirty="0"/>
          </a:p>
        </p:txBody>
      </p:sp>
      <p:sp>
        <p:nvSpPr>
          <p:cNvPr id="10" name="w1_c"/>
          <p:cNvSpPr/>
          <p:nvPr/>
        </p:nvSpPr>
        <p:spPr>
          <a:xfrm>
            <a:off x="548640" y="2286000"/>
            <a:ext cx="731520" cy="731520"/>
          </a:xfrm>
          <a:prstGeom prst="ellipse">
            <a:avLst/>
          </a:prstGeom>
          <a:solidFill>
            <a:srgbClr val="D4A537"/>
          </a:solidFill>
          <a:ln w="19050">
            <a:solidFill>
              <a:srgbClr val="D4A537"/>
            </a:solidFill>
            <a:prstDash val="solid"/>
          </a:ln>
        </p:spPr>
      </p:sp>
      <p:pic>
        <p:nvPicPr>
          <p:cNvPr id="11" name="w1_i" descr="preencoded.png">    </p:cNvPr>
          <p:cNvPicPr>
            <a:picLocks noChangeAspect="1"/>
          </p:cNvPicPr>
          <p:nvPr/>
        </p:nvPicPr>
        <p:blipFill>
          <a:blip r:embed="rId4"/>
          <a:stretch>
            <a:fillRect/>
          </a:stretch>
        </p:blipFill>
        <p:spPr>
          <a:xfrm>
            <a:off x="694944" y="2432304"/>
            <a:ext cx="438912" cy="438912"/>
          </a:xfrm>
          <a:prstGeom prst="rect">
            <a:avLst/>
          </a:prstGeom>
        </p:spPr>
      </p:pic>
      <p:sp>
        <p:nvSpPr>
          <p:cNvPr id="12" name="wt1"/>
          <p:cNvSpPr txBox="1"/>
          <p:nvPr/>
        </p:nvSpPr>
        <p:spPr>
          <a:xfrm>
            <a:off x="1463040" y="2212848"/>
            <a:ext cx="5577840" cy="877824"/>
          </a:xfrm>
          <a:prstGeom prst="rect">
            <a:avLst/>
          </a:prstGeom>
          <a:noFill/>
          <a:ln/>
        </p:spPr>
        <p:txBody>
          <a:bodyPr wrap="square" lIns="0" tIns="0" rIns="0" bIns="0" rtlCol="0" anchor="ctr"/>
          <a:lstStyle/>
          <a:p>
            <a:pPr indent="0" marL="0">
              <a:buNone/>
            </a:pPr>
            <a:r>
              <a:rPr lang="en-US" sz="1700" b="1" dirty="0">
                <a:solidFill>
                  <a:srgbClr val="D4A537"/>
                </a:solidFill>
                <a:latin typeface="Bookman Old Style" pitchFamily="34" charset="0"/>
                <a:ea typeface="Bookman Old Style" pitchFamily="34" charset="-122"/>
                <a:cs typeface="Bookman Old Style" pitchFamily="34" charset="-120"/>
              </a:rPr>
              <a:t>Piatra de la Rosetta</a:t>
            </a:r>
            <a:endParaRPr lang="en-US" sz="1700" dirty="0"/>
          </a:p>
          <a:p>
            <a:pPr indent="0" marL="0">
              <a:buNone/>
            </a:pPr>
            <a:r>
              <a:rPr lang="en-US" sz="1400" dirty="0">
                <a:solidFill>
                  <a:srgbClr val="EADBC0"/>
                </a:solidFill>
                <a:latin typeface="Calibri" pitchFamily="34" charset="0"/>
                <a:ea typeface="Calibri" pitchFamily="34" charset="-122"/>
                <a:cs typeface="Calibri" pitchFamily="34" charset="-120"/>
              </a:rPr>
              <a:t>găsită în 1799; descifrată de Champollion în 1822</a:t>
            </a:r>
            <a:endParaRPr lang="en-US" sz="1700" dirty="0"/>
          </a:p>
        </p:txBody>
      </p:sp>
      <p:sp>
        <p:nvSpPr>
          <p:cNvPr id="13" name="w2_c"/>
          <p:cNvSpPr/>
          <p:nvPr/>
        </p:nvSpPr>
        <p:spPr>
          <a:xfrm>
            <a:off x="548640" y="3291840"/>
            <a:ext cx="731520" cy="731520"/>
          </a:xfrm>
          <a:prstGeom prst="ellipse">
            <a:avLst/>
          </a:prstGeom>
          <a:solidFill>
            <a:srgbClr val="2A9D8F"/>
          </a:solidFill>
          <a:ln w="19050">
            <a:solidFill>
              <a:srgbClr val="D4A537"/>
            </a:solidFill>
            <a:prstDash val="solid"/>
          </a:ln>
        </p:spPr>
      </p:sp>
      <p:pic>
        <p:nvPicPr>
          <p:cNvPr id="14" name="w2_i" descr="preencoded.png">    </p:cNvPr>
          <p:cNvPicPr>
            <a:picLocks noChangeAspect="1"/>
          </p:cNvPicPr>
          <p:nvPr/>
        </p:nvPicPr>
        <p:blipFill>
          <a:blip r:embed="rId5"/>
          <a:stretch>
            <a:fillRect/>
          </a:stretch>
        </p:blipFill>
        <p:spPr>
          <a:xfrm>
            <a:off x="694944" y="3438144"/>
            <a:ext cx="438912" cy="438912"/>
          </a:xfrm>
          <a:prstGeom prst="rect">
            <a:avLst/>
          </a:prstGeom>
        </p:spPr>
      </p:pic>
      <p:sp>
        <p:nvSpPr>
          <p:cNvPr id="15" name="wt2"/>
          <p:cNvSpPr txBox="1"/>
          <p:nvPr/>
        </p:nvSpPr>
        <p:spPr>
          <a:xfrm>
            <a:off x="1463040" y="3218688"/>
            <a:ext cx="5577840" cy="877824"/>
          </a:xfrm>
          <a:prstGeom prst="rect">
            <a:avLst/>
          </a:prstGeom>
          <a:noFill/>
          <a:ln/>
        </p:spPr>
        <p:txBody>
          <a:bodyPr wrap="square" lIns="0" tIns="0" rIns="0" bIns="0" rtlCol="0" anchor="ctr"/>
          <a:lstStyle/>
          <a:p>
            <a:pPr indent="0" marL="0">
              <a:buNone/>
            </a:pPr>
            <a:r>
              <a:rPr lang="en-US" sz="1700" b="1" dirty="0">
                <a:solidFill>
                  <a:srgbClr val="D4A537"/>
                </a:solidFill>
                <a:latin typeface="Bookman Old Style" pitchFamily="34" charset="0"/>
                <a:ea typeface="Bookman Old Style" pitchFamily="34" charset="-122"/>
                <a:cs typeface="Bookman Old Style" pitchFamily="34" charset="-120"/>
              </a:rPr>
              <a:t>Papirus</a:t>
            </a:r>
            <a:endParaRPr lang="en-US" sz="1700" dirty="0"/>
          </a:p>
          <a:p>
            <a:pPr indent="0" marL="0">
              <a:buNone/>
            </a:pPr>
            <a:r>
              <a:rPr lang="en-US" sz="1400" dirty="0">
                <a:solidFill>
                  <a:srgbClr val="EADBC0"/>
                </a:solidFill>
                <a:latin typeface="Calibri" pitchFamily="34" charset="0"/>
                <a:ea typeface="Calibri" pitchFamily="34" charset="-122"/>
                <a:cs typeface="Calibri" pitchFamily="34" charset="-120"/>
              </a:rPr>
              <a:t>„hârtie” din trestie de papirus, scrisă cu cerneală</a:t>
            </a:r>
            <a:endParaRPr lang="en-US" sz="1700" dirty="0"/>
          </a:p>
        </p:txBody>
      </p:sp>
      <p:sp>
        <p:nvSpPr>
          <p:cNvPr id="16" name="w3_c"/>
          <p:cNvSpPr/>
          <p:nvPr/>
        </p:nvSpPr>
        <p:spPr>
          <a:xfrm>
            <a:off x="548640" y="4297680"/>
            <a:ext cx="731520" cy="731520"/>
          </a:xfrm>
          <a:prstGeom prst="ellipse">
            <a:avLst/>
          </a:prstGeom>
          <a:solidFill>
            <a:srgbClr val="D4A537"/>
          </a:solidFill>
          <a:ln w="19050">
            <a:solidFill>
              <a:srgbClr val="D4A537"/>
            </a:solidFill>
            <a:prstDash val="solid"/>
          </a:ln>
        </p:spPr>
      </p:sp>
      <p:pic>
        <p:nvPicPr>
          <p:cNvPr id="17" name="w3_i" descr="preencoded.png">    </p:cNvPr>
          <p:cNvPicPr>
            <a:picLocks noChangeAspect="1"/>
          </p:cNvPicPr>
          <p:nvPr/>
        </p:nvPicPr>
        <p:blipFill>
          <a:blip r:embed="rId6"/>
          <a:stretch>
            <a:fillRect/>
          </a:stretch>
        </p:blipFill>
        <p:spPr>
          <a:xfrm>
            <a:off x="694944" y="4443984"/>
            <a:ext cx="438912" cy="438912"/>
          </a:xfrm>
          <a:prstGeom prst="rect">
            <a:avLst/>
          </a:prstGeom>
        </p:spPr>
      </p:pic>
      <p:sp>
        <p:nvSpPr>
          <p:cNvPr id="18" name="wt3"/>
          <p:cNvSpPr txBox="1"/>
          <p:nvPr/>
        </p:nvSpPr>
        <p:spPr>
          <a:xfrm>
            <a:off x="1463040" y="4224528"/>
            <a:ext cx="5577840" cy="877824"/>
          </a:xfrm>
          <a:prstGeom prst="rect">
            <a:avLst/>
          </a:prstGeom>
          <a:noFill/>
          <a:ln/>
        </p:spPr>
        <p:txBody>
          <a:bodyPr wrap="square" lIns="0" tIns="0" rIns="0" bIns="0" rtlCol="0" anchor="ctr"/>
          <a:lstStyle/>
          <a:p>
            <a:pPr indent="0" marL="0">
              <a:buNone/>
            </a:pPr>
            <a:r>
              <a:rPr lang="en-US" sz="1700" b="1" dirty="0">
                <a:solidFill>
                  <a:srgbClr val="D4A537"/>
                </a:solidFill>
                <a:latin typeface="Bookman Old Style" pitchFamily="34" charset="0"/>
                <a:ea typeface="Bookman Old Style" pitchFamily="34" charset="-122"/>
                <a:cs typeface="Bookman Old Style" pitchFamily="34" charset="-120"/>
              </a:rPr>
              <a:t>Calendar</a:t>
            </a:r>
            <a:endParaRPr lang="en-US" sz="1700" dirty="0"/>
          </a:p>
          <a:p>
            <a:pPr indent="0" marL="0">
              <a:buNone/>
            </a:pPr>
            <a:r>
              <a:rPr lang="en-US" sz="1400" dirty="0">
                <a:solidFill>
                  <a:srgbClr val="EADBC0"/>
                </a:solidFill>
                <a:latin typeface="Calibri" pitchFamily="34" charset="0"/>
                <a:ea typeface="Calibri" pitchFamily="34" charset="-122"/>
                <a:cs typeface="Calibri" pitchFamily="34" charset="-120"/>
              </a:rPr>
              <a:t>365 de zile: 12 luni × 30 de zile + 5</a:t>
            </a:r>
            <a:endParaRPr lang="en-US" sz="1700" dirty="0"/>
          </a:p>
        </p:txBody>
      </p:sp>
      <p:sp>
        <p:nvSpPr>
          <p:cNvPr id="19" name="w4_c"/>
          <p:cNvSpPr/>
          <p:nvPr/>
        </p:nvSpPr>
        <p:spPr>
          <a:xfrm>
            <a:off x="548640" y="5303520"/>
            <a:ext cx="731520" cy="731520"/>
          </a:xfrm>
          <a:prstGeom prst="ellipse">
            <a:avLst/>
          </a:prstGeom>
          <a:solidFill>
            <a:srgbClr val="2A9D8F"/>
          </a:solidFill>
          <a:ln w="19050">
            <a:solidFill>
              <a:srgbClr val="D4A537"/>
            </a:solidFill>
            <a:prstDash val="solid"/>
          </a:ln>
        </p:spPr>
      </p:sp>
      <p:pic>
        <p:nvPicPr>
          <p:cNvPr id="20" name="w4_i" descr="preencoded.png">    </p:cNvPr>
          <p:cNvPicPr>
            <a:picLocks noChangeAspect="1"/>
          </p:cNvPicPr>
          <p:nvPr/>
        </p:nvPicPr>
        <p:blipFill>
          <a:blip r:embed="rId7"/>
          <a:stretch>
            <a:fillRect/>
          </a:stretch>
        </p:blipFill>
        <p:spPr>
          <a:xfrm>
            <a:off x="694944" y="5449824"/>
            <a:ext cx="438912" cy="438912"/>
          </a:xfrm>
          <a:prstGeom prst="rect">
            <a:avLst/>
          </a:prstGeom>
        </p:spPr>
      </p:pic>
      <p:sp>
        <p:nvSpPr>
          <p:cNvPr id="21" name="wt4"/>
          <p:cNvSpPr txBox="1"/>
          <p:nvPr/>
        </p:nvSpPr>
        <p:spPr>
          <a:xfrm>
            <a:off x="1463040" y="5230368"/>
            <a:ext cx="5577840" cy="877824"/>
          </a:xfrm>
          <a:prstGeom prst="rect">
            <a:avLst/>
          </a:prstGeom>
          <a:noFill/>
          <a:ln/>
        </p:spPr>
        <p:txBody>
          <a:bodyPr wrap="square" lIns="0" tIns="0" rIns="0" bIns="0" rtlCol="0" anchor="ctr"/>
          <a:lstStyle/>
          <a:p>
            <a:pPr indent="0" marL="0">
              <a:buNone/>
            </a:pPr>
            <a:r>
              <a:rPr lang="en-US" sz="1700" b="1" dirty="0">
                <a:solidFill>
                  <a:srgbClr val="D4A537"/>
                </a:solidFill>
                <a:latin typeface="Bookman Old Style" pitchFamily="34" charset="0"/>
                <a:ea typeface="Bookman Old Style" pitchFamily="34" charset="-122"/>
                <a:cs typeface="Bookman Old Style" pitchFamily="34" charset="-120"/>
              </a:rPr>
              <a:t>Medicină și matematică</a:t>
            </a:r>
            <a:endParaRPr lang="en-US" sz="1700" dirty="0"/>
          </a:p>
          <a:p>
            <a:pPr indent="0" marL="0">
              <a:buNone/>
            </a:pPr>
            <a:r>
              <a:rPr lang="en-US" sz="1400" dirty="0">
                <a:solidFill>
                  <a:srgbClr val="EADBC0"/>
                </a:solidFill>
                <a:latin typeface="Calibri" pitchFamily="34" charset="0"/>
                <a:ea typeface="Calibri" pitchFamily="34" charset="-122"/>
                <a:cs typeface="Calibri" pitchFamily="34" charset="-120"/>
              </a:rPr>
              <a:t>papirusurile Edwin Smith, Ebers și Rhind (cca 1550 î.Hr.)</a:t>
            </a:r>
            <a:endParaRPr lang="en-US" sz="1700" dirty="0"/>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00" fill="hold" decel="100000"/>
                                        <p:tgtEl>
                                          <p:spTgt spid="3"/>
                                        </p:tgtEl>
                                        <p:attrNameLst>
                                          <p:attrName>ppt_x</p:attrName>
                                        </p:attrNameLst>
                                      </p:cBhvr>
                                      <p:tavLst>
                                        <p:tav tm="0">
                                          <p:val>
                                            <p:strVal val="0-#ppt_w/2"/>
                                          </p:val>
                                        </p:tav>
                                        <p:tav tm="100000">
                                          <p:val>
                                            <p:strVal val="#ppt_x"/>
                                          </p:val>
                                        </p:tav>
                                      </p:tavLst>
                                    </p:anim>
                                    <p:anim calcmode="lin" valueType="num">
                                      <p:cBhvr additive="base">
                                        <p:cTn id="8" dur="700" fill="hold" decel="100000"/>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150"/>
                            </p:stCondLst>
                            <p:childTnLst>
                              <p:par>
                                <p:cTn id="10" presetID="10" presetClass="entr" presetSubtype="0"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53" presetClass="entr" presetSubtype="16"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700" fill="hold" decel="100000"/>
                                        <p:tgtEl>
                                          <p:spTgt spid="5"/>
                                        </p:tgtEl>
                                        <p:attrNameLst>
                                          <p:attrName>ppt_w</p:attrName>
                                        </p:attrNameLst>
                                      </p:cBhvr>
                                      <p:tavLst>
                                        <p:tav tm="0">
                                          <p:val>
                                            <p:strVal val="0"/>
                                          </p:val>
                                        </p:tav>
                                        <p:tav tm="100000">
                                          <p:val>
                                            <p:strVal val="#ppt_w"/>
                                          </p:val>
                                        </p:tav>
                                      </p:tavLst>
                                    </p:anim>
                                    <p:anim calcmode="lin" valueType="num">
                                      <p:cBhvr additive="base">
                                        <p:cTn id="16" dur="700" fill="hold" decel="100000"/>
                                        <p:tgtEl>
                                          <p:spTgt spid="5"/>
                                        </p:tgtEl>
                                        <p:attrNameLst>
                                          <p:attrName>ppt_h</p:attrName>
                                        </p:attrNameLst>
                                      </p:cBhvr>
                                      <p:tavLst>
                                        <p:tav tm="0">
                                          <p:val>
                                            <p:strVal val="0"/>
                                          </p:val>
                                        </p:tav>
                                        <p:tav tm="100000">
                                          <p:val>
                                            <p:strVal val="#ppt_h"/>
                                          </p:val>
                                        </p:tav>
                                      </p:tavLst>
                                    </p:anim>
                                    <p:animEffect transition="in" filter="fade">
                                      <p:cBhvr>
                                        <p:cTn id="17" dur="700"/>
                                        <p:tgtEl>
                                          <p:spTgt spid="5"/>
                                        </p:tgtEl>
                                      </p:cBhvr>
                                    </p:animEffect>
                                  </p:childTnLst>
                                </p:cTn>
                              </p:par>
                            </p:childTnLst>
                          </p:cTn>
                        </p:par>
                        <p:par>
                          <p:cTn id="18" fill="hold">
                            <p:stCondLst>
                              <p:cond delay="800"/>
                            </p:stCondLst>
                            <p:childTnLst>
                              <p:par>
                                <p:cTn id="19" presetID="53" presetClass="entr" presetSubtype="16"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decel="100000"/>
                                        <p:tgtEl>
                                          <p:spTgt spid="7"/>
                                        </p:tgtEl>
                                        <p:attrNameLst>
                                          <p:attrName>ppt_w</p:attrName>
                                        </p:attrNameLst>
                                      </p:cBhvr>
                                      <p:tavLst>
                                        <p:tav tm="0">
                                          <p:val>
                                            <p:strVal val="0"/>
                                          </p:val>
                                        </p:tav>
                                        <p:tav tm="100000">
                                          <p:val>
                                            <p:strVal val="#ppt_w"/>
                                          </p:val>
                                        </p:tav>
                                      </p:tavLst>
                                    </p:anim>
                                    <p:anim calcmode="lin" valueType="num">
                                      <p:cBhvr additive="base">
                                        <p:cTn id="22" dur="500" fill="hold" decel="100000"/>
                                        <p:tgtEl>
                                          <p:spTgt spid="7"/>
                                        </p:tgtEl>
                                        <p:attrNameLst>
                                          <p:attrName>ppt_h</p:attrName>
                                        </p:attrNameLst>
                                      </p:cBhvr>
                                      <p:tavLst>
                                        <p:tav tm="0">
                                          <p:val>
                                            <p:strVal val="0"/>
                                          </p:val>
                                        </p:tav>
                                        <p:tav tm="100000">
                                          <p:val>
                                            <p:strVal val="#ppt_h"/>
                                          </p:val>
                                        </p:tav>
                                      </p:tavLst>
                                    </p:anim>
                                    <p:animEffect transition="in" filter="fade">
                                      <p:cBhvr>
                                        <p:cTn id="23" dur="500"/>
                                        <p:tgtEl>
                                          <p:spTgt spid="7"/>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500" fill="hold" decel="100000"/>
                                        <p:tgtEl>
                                          <p:spTgt spid="8"/>
                                        </p:tgtEl>
                                        <p:attrNameLst>
                                          <p:attrName>ppt_w</p:attrName>
                                        </p:attrNameLst>
                                      </p:cBhvr>
                                      <p:tavLst>
                                        <p:tav tm="0">
                                          <p:val>
                                            <p:strVal val="0"/>
                                          </p:val>
                                        </p:tav>
                                        <p:tav tm="100000">
                                          <p:val>
                                            <p:strVal val="#ppt_w"/>
                                          </p:val>
                                        </p:tav>
                                      </p:tavLst>
                                    </p:anim>
                                    <p:anim calcmode="lin" valueType="num">
                                      <p:cBhvr additive="base">
                                        <p:cTn id="27" dur="500" fill="hold" decel="100000"/>
                                        <p:tgtEl>
                                          <p:spTgt spid="8"/>
                                        </p:tgtEl>
                                        <p:attrNameLst>
                                          <p:attrName>ppt_h</p:attrName>
                                        </p:attrNameLst>
                                      </p:cBhvr>
                                      <p:tavLst>
                                        <p:tav tm="0">
                                          <p:val>
                                            <p:strVal val="0"/>
                                          </p:val>
                                        </p:tav>
                                        <p:tav tm="100000">
                                          <p:val>
                                            <p:strVal val="#ppt_h"/>
                                          </p:val>
                                        </p:tav>
                                      </p:tavLst>
                                    </p:anim>
                                    <p:animEffect transition="in" filter="fade">
                                      <p:cBhvr>
                                        <p:cTn id="28" dur="500"/>
                                        <p:tgtEl>
                                          <p:spTgt spid="8"/>
                                        </p:tgtEl>
                                      </p:cBhvr>
                                    </p:animEffect>
                                  </p:childTnLst>
                                </p:cTn>
                              </p:par>
                              <p:par>
                                <p:cTn id="29" presetID="2" presetClass="entr" presetSubtype="2"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650" fill="hold" decel="100000"/>
                                        <p:tgtEl>
                                          <p:spTgt spid="9"/>
                                        </p:tgtEl>
                                        <p:attrNameLst>
                                          <p:attrName>ppt_x</p:attrName>
                                        </p:attrNameLst>
                                      </p:cBhvr>
                                      <p:tavLst>
                                        <p:tav tm="0">
                                          <p:val>
                                            <p:strVal val="1+#ppt_w/2"/>
                                          </p:val>
                                        </p:tav>
                                        <p:tav tm="100000">
                                          <p:val>
                                            <p:strVal val="#ppt_x"/>
                                          </p:val>
                                        </p:tav>
                                      </p:tavLst>
                                    </p:anim>
                                    <p:anim calcmode="lin" valueType="num">
                                      <p:cBhvr additive="base">
                                        <p:cTn id="32" dur="650" fill="hold" decel="100000"/>
                                        <p:tgtEl>
                                          <p:spTgt spid="9"/>
                                        </p:tgtEl>
                                        <p:attrNameLst>
                                          <p:attrName>ppt_y</p:attrName>
                                        </p:attrNameLst>
                                      </p:cBhvr>
                                      <p:tavLst>
                                        <p:tav tm="0">
                                          <p:val>
                                            <p:strVal val="#ppt_y"/>
                                          </p:val>
                                        </p:tav>
                                        <p:tav tm="100000">
                                          <p:val>
                                            <p:strVal val="#ppt_y"/>
                                          </p:val>
                                        </p:tav>
                                      </p:tavLst>
                                    </p:anim>
                                  </p:childTnLst>
                                </p:cTn>
                              </p:par>
                            </p:childTnLst>
                          </p:cTn>
                        </p:par>
                        <p:par>
                          <p:cTn id="33" fill="hold">
                            <p:stCondLst>
                              <p:cond delay="1350"/>
                            </p:stCondLst>
                            <p:childTnLst>
                              <p:par>
                                <p:cTn id="34" presetID="53" presetClass="entr" presetSubtype="16" fill="hold" grpId="0" nodeType="afterEffect">
                                  <p:stCondLst>
                                    <p:cond delay="0"/>
                                  </p:stCondLst>
                                  <p:childTnLst>
                                    <p:set>
                                      <p:cBhvr>
                                        <p:cTn id="35" dur="1" fill="hold">
                                          <p:stCondLst>
                                            <p:cond delay="0"/>
                                          </p:stCondLst>
                                        </p:cTn>
                                        <p:tgtEl>
                                          <p:spTgt spid="10"/>
                                        </p:tgtEl>
                                        <p:attrNameLst>
                                          <p:attrName>style.visibility</p:attrName>
                                        </p:attrNameLst>
                                      </p:cBhvr>
                                      <p:to>
                                        <p:strVal val="visible"/>
                                      </p:to>
                                    </p:set>
                                    <p:anim calcmode="lin" valueType="num">
                                      <p:cBhvr additive="base">
                                        <p:cTn id="36" dur="500" fill="hold" decel="100000"/>
                                        <p:tgtEl>
                                          <p:spTgt spid="10"/>
                                        </p:tgtEl>
                                        <p:attrNameLst>
                                          <p:attrName>ppt_w</p:attrName>
                                        </p:attrNameLst>
                                      </p:cBhvr>
                                      <p:tavLst>
                                        <p:tav tm="0">
                                          <p:val>
                                            <p:strVal val="0"/>
                                          </p:val>
                                        </p:tav>
                                        <p:tav tm="100000">
                                          <p:val>
                                            <p:strVal val="#ppt_w"/>
                                          </p:val>
                                        </p:tav>
                                      </p:tavLst>
                                    </p:anim>
                                    <p:anim calcmode="lin" valueType="num">
                                      <p:cBhvr additive="base">
                                        <p:cTn id="37" dur="500" fill="hold" decel="100000"/>
                                        <p:tgtEl>
                                          <p:spTgt spid="10"/>
                                        </p:tgtEl>
                                        <p:attrNameLst>
                                          <p:attrName>ppt_h</p:attrName>
                                        </p:attrNameLst>
                                      </p:cBhvr>
                                      <p:tavLst>
                                        <p:tav tm="0">
                                          <p:val>
                                            <p:strVal val="0"/>
                                          </p:val>
                                        </p:tav>
                                        <p:tav tm="100000">
                                          <p:val>
                                            <p:strVal val="#ppt_h"/>
                                          </p:val>
                                        </p:tav>
                                      </p:tavLst>
                                    </p:anim>
                                    <p:animEffect transition="in" filter="fade">
                                      <p:cBhvr>
                                        <p:cTn id="38" dur="500"/>
                                        <p:tgtEl>
                                          <p:spTgt spid="10"/>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500" fill="hold" decel="100000"/>
                                        <p:tgtEl>
                                          <p:spTgt spid="11"/>
                                        </p:tgtEl>
                                        <p:attrNameLst>
                                          <p:attrName>ppt_w</p:attrName>
                                        </p:attrNameLst>
                                      </p:cBhvr>
                                      <p:tavLst>
                                        <p:tav tm="0">
                                          <p:val>
                                            <p:strVal val="0"/>
                                          </p:val>
                                        </p:tav>
                                        <p:tav tm="100000">
                                          <p:val>
                                            <p:strVal val="#ppt_w"/>
                                          </p:val>
                                        </p:tav>
                                      </p:tavLst>
                                    </p:anim>
                                    <p:anim calcmode="lin" valueType="num">
                                      <p:cBhvr additive="base">
                                        <p:cTn id="42" dur="500" fill="hold" decel="100000"/>
                                        <p:tgtEl>
                                          <p:spTgt spid="11"/>
                                        </p:tgtEl>
                                        <p:attrNameLst>
                                          <p:attrName>ppt_h</p:attrName>
                                        </p:attrNameLst>
                                      </p:cBhvr>
                                      <p:tavLst>
                                        <p:tav tm="0">
                                          <p:val>
                                            <p:strVal val="0"/>
                                          </p:val>
                                        </p:tav>
                                        <p:tav tm="100000">
                                          <p:val>
                                            <p:strVal val="#ppt_h"/>
                                          </p:val>
                                        </p:tav>
                                      </p:tavLst>
                                    </p:anim>
                                    <p:animEffect transition="in" filter="fade">
                                      <p:cBhvr>
                                        <p:cTn id="43" dur="500"/>
                                        <p:tgtEl>
                                          <p:spTgt spid="11"/>
                                        </p:tgtEl>
                                      </p:cBhvr>
                                    </p:animEffect>
                                  </p:childTnLst>
                                </p:cTn>
                              </p:par>
                              <p:par>
                                <p:cTn id="44" presetID="2" presetClass="entr" presetSubtype="2"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 calcmode="lin" valueType="num">
                                      <p:cBhvr additive="base">
                                        <p:cTn id="46" dur="650" fill="hold" decel="100000"/>
                                        <p:tgtEl>
                                          <p:spTgt spid="12"/>
                                        </p:tgtEl>
                                        <p:attrNameLst>
                                          <p:attrName>ppt_x</p:attrName>
                                        </p:attrNameLst>
                                      </p:cBhvr>
                                      <p:tavLst>
                                        <p:tav tm="0">
                                          <p:val>
                                            <p:strVal val="1+#ppt_w/2"/>
                                          </p:val>
                                        </p:tav>
                                        <p:tav tm="100000">
                                          <p:val>
                                            <p:strVal val="#ppt_x"/>
                                          </p:val>
                                        </p:tav>
                                      </p:tavLst>
                                    </p:anim>
                                    <p:anim calcmode="lin" valueType="num">
                                      <p:cBhvr additive="base">
                                        <p:cTn id="47" dur="650" fill="hold" decel="100000"/>
                                        <p:tgtEl>
                                          <p:spTgt spid="12"/>
                                        </p:tgtEl>
                                        <p:attrNameLst>
                                          <p:attrName>ppt_y</p:attrName>
                                        </p:attrNameLst>
                                      </p:cBhvr>
                                      <p:tavLst>
                                        <p:tav tm="0">
                                          <p:val>
                                            <p:strVal val="#ppt_y"/>
                                          </p:val>
                                        </p:tav>
                                        <p:tav tm="100000">
                                          <p:val>
                                            <p:strVal val="#ppt_y"/>
                                          </p:val>
                                        </p:tav>
                                      </p:tavLst>
                                    </p:anim>
                                  </p:childTnLst>
                                </p:cTn>
                              </p:par>
                            </p:childTnLst>
                          </p:cTn>
                        </p:par>
                        <p:par>
                          <p:cTn id="48" fill="hold">
                            <p:stCondLst>
                              <p:cond delay="1900"/>
                            </p:stCondLst>
                            <p:childTnLst>
                              <p:par>
                                <p:cTn id="49" presetID="53" presetClass="entr" presetSubtype="16" fill="hold" grpId="0" nodeType="after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additive="base">
                                        <p:cTn id="51" dur="500" fill="hold" decel="100000"/>
                                        <p:tgtEl>
                                          <p:spTgt spid="13"/>
                                        </p:tgtEl>
                                        <p:attrNameLst>
                                          <p:attrName>ppt_w</p:attrName>
                                        </p:attrNameLst>
                                      </p:cBhvr>
                                      <p:tavLst>
                                        <p:tav tm="0">
                                          <p:val>
                                            <p:strVal val="0"/>
                                          </p:val>
                                        </p:tav>
                                        <p:tav tm="100000">
                                          <p:val>
                                            <p:strVal val="#ppt_w"/>
                                          </p:val>
                                        </p:tav>
                                      </p:tavLst>
                                    </p:anim>
                                    <p:anim calcmode="lin" valueType="num">
                                      <p:cBhvr additive="base">
                                        <p:cTn id="52" dur="500" fill="hold" decel="100000"/>
                                        <p:tgtEl>
                                          <p:spTgt spid="13"/>
                                        </p:tgtEl>
                                        <p:attrNameLst>
                                          <p:attrName>ppt_h</p:attrName>
                                        </p:attrNameLst>
                                      </p:cBhvr>
                                      <p:tavLst>
                                        <p:tav tm="0">
                                          <p:val>
                                            <p:strVal val="0"/>
                                          </p:val>
                                        </p:tav>
                                        <p:tav tm="100000">
                                          <p:val>
                                            <p:strVal val="#ppt_h"/>
                                          </p:val>
                                        </p:tav>
                                      </p:tavLst>
                                    </p:anim>
                                    <p:animEffect transition="in" filter="fade">
                                      <p:cBhvr>
                                        <p:cTn id="53" dur="500"/>
                                        <p:tgtEl>
                                          <p:spTgt spid="13"/>
                                        </p:tgtEl>
                                      </p:cBhvr>
                                    </p:animEffect>
                                  </p:childTnLst>
                                </p:cTn>
                              </p:par>
                              <p:par>
                                <p:cTn id="54" presetID="53" presetClass="entr" presetSubtype="16" fill="hold" grpId="0" nodeType="withEffect">
                                  <p:stCondLst>
                                    <p:cond delay="0"/>
                                  </p:stCondLst>
                                  <p:childTnLst>
                                    <p:set>
                                      <p:cBhvr>
                                        <p:cTn id="55" dur="1" fill="hold">
                                          <p:stCondLst>
                                            <p:cond delay="0"/>
                                          </p:stCondLst>
                                        </p:cTn>
                                        <p:tgtEl>
                                          <p:spTgt spid="14"/>
                                        </p:tgtEl>
                                        <p:attrNameLst>
                                          <p:attrName>style.visibility</p:attrName>
                                        </p:attrNameLst>
                                      </p:cBhvr>
                                      <p:to>
                                        <p:strVal val="visible"/>
                                      </p:to>
                                    </p:set>
                                    <p:anim calcmode="lin" valueType="num">
                                      <p:cBhvr additive="base">
                                        <p:cTn id="56" dur="500" fill="hold" decel="100000"/>
                                        <p:tgtEl>
                                          <p:spTgt spid="14"/>
                                        </p:tgtEl>
                                        <p:attrNameLst>
                                          <p:attrName>ppt_w</p:attrName>
                                        </p:attrNameLst>
                                      </p:cBhvr>
                                      <p:tavLst>
                                        <p:tav tm="0">
                                          <p:val>
                                            <p:strVal val="0"/>
                                          </p:val>
                                        </p:tav>
                                        <p:tav tm="100000">
                                          <p:val>
                                            <p:strVal val="#ppt_w"/>
                                          </p:val>
                                        </p:tav>
                                      </p:tavLst>
                                    </p:anim>
                                    <p:anim calcmode="lin" valueType="num">
                                      <p:cBhvr additive="base">
                                        <p:cTn id="57" dur="500" fill="hold" decel="100000"/>
                                        <p:tgtEl>
                                          <p:spTgt spid="14"/>
                                        </p:tgtEl>
                                        <p:attrNameLst>
                                          <p:attrName>ppt_h</p:attrName>
                                        </p:attrNameLst>
                                      </p:cBhvr>
                                      <p:tavLst>
                                        <p:tav tm="0">
                                          <p:val>
                                            <p:strVal val="0"/>
                                          </p:val>
                                        </p:tav>
                                        <p:tav tm="100000">
                                          <p:val>
                                            <p:strVal val="#ppt_h"/>
                                          </p:val>
                                        </p:tav>
                                      </p:tavLst>
                                    </p:anim>
                                    <p:animEffect transition="in" filter="fade">
                                      <p:cBhvr>
                                        <p:cTn id="58" dur="500"/>
                                        <p:tgtEl>
                                          <p:spTgt spid="14"/>
                                        </p:tgtEl>
                                      </p:cBhvr>
                                    </p:animEffect>
                                  </p:childTnLst>
                                </p:cTn>
                              </p:par>
                              <p:par>
                                <p:cTn id="59" presetID="2" presetClass="entr" presetSubtype="2" fill="hold" grpId="0" nodeType="withEffect">
                                  <p:stCondLst>
                                    <p:cond delay="0"/>
                                  </p:stCondLst>
                                  <p:childTnLst>
                                    <p:set>
                                      <p:cBhvr>
                                        <p:cTn id="60" dur="1" fill="hold">
                                          <p:stCondLst>
                                            <p:cond delay="0"/>
                                          </p:stCondLst>
                                        </p:cTn>
                                        <p:tgtEl>
                                          <p:spTgt spid="15"/>
                                        </p:tgtEl>
                                        <p:attrNameLst>
                                          <p:attrName>style.visibility</p:attrName>
                                        </p:attrNameLst>
                                      </p:cBhvr>
                                      <p:to>
                                        <p:strVal val="visible"/>
                                      </p:to>
                                    </p:set>
                                    <p:anim calcmode="lin" valueType="num">
                                      <p:cBhvr additive="base">
                                        <p:cTn id="61" dur="650" fill="hold" decel="100000"/>
                                        <p:tgtEl>
                                          <p:spTgt spid="15"/>
                                        </p:tgtEl>
                                        <p:attrNameLst>
                                          <p:attrName>ppt_x</p:attrName>
                                        </p:attrNameLst>
                                      </p:cBhvr>
                                      <p:tavLst>
                                        <p:tav tm="0">
                                          <p:val>
                                            <p:strVal val="1+#ppt_w/2"/>
                                          </p:val>
                                        </p:tav>
                                        <p:tav tm="100000">
                                          <p:val>
                                            <p:strVal val="#ppt_x"/>
                                          </p:val>
                                        </p:tav>
                                      </p:tavLst>
                                    </p:anim>
                                    <p:anim calcmode="lin" valueType="num">
                                      <p:cBhvr additive="base">
                                        <p:cTn id="62" dur="650" fill="hold" decel="100000"/>
                                        <p:tgtEl>
                                          <p:spTgt spid="15"/>
                                        </p:tgtEl>
                                        <p:attrNameLst>
                                          <p:attrName>ppt_y</p:attrName>
                                        </p:attrNameLst>
                                      </p:cBhvr>
                                      <p:tavLst>
                                        <p:tav tm="0">
                                          <p:val>
                                            <p:strVal val="#ppt_y"/>
                                          </p:val>
                                        </p:tav>
                                        <p:tav tm="100000">
                                          <p:val>
                                            <p:strVal val="#ppt_y"/>
                                          </p:val>
                                        </p:tav>
                                      </p:tavLst>
                                    </p:anim>
                                  </p:childTnLst>
                                </p:cTn>
                              </p:par>
                            </p:childTnLst>
                          </p:cTn>
                        </p:par>
                        <p:par>
                          <p:cTn id="63" fill="hold">
                            <p:stCondLst>
                              <p:cond delay="2450"/>
                            </p:stCondLst>
                            <p:childTnLst>
                              <p:par>
                                <p:cTn id="64" presetID="53" presetClass="entr" presetSubtype="16" fill="hold" grpId="0" nodeType="afterEffect">
                                  <p:stCondLst>
                                    <p:cond delay="0"/>
                                  </p:stCondLst>
                                  <p:childTnLst>
                                    <p:set>
                                      <p:cBhvr>
                                        <p:cTn id="65" dur="1" fill="hold">
                                          <p:stCondLst>
                                            <p:cond delay="0"/>
                                          </p:stCondLst>
                                        </p:cTn>
                                        <p:tgtEl>
                                          <p:spTgt spid="16"/>
                                        </p:tgtEl>
                                        <p:attrNameLst>
                                          <p:attrName>style.visibility</p:attrName>
                                        </p:attrNameLst>
                                      </p:cBhvr>
                                      <p:to>
                                        <p:strVal val="visible"/>
                                      </p:to>
                                    </p:set>
                                    <p:anim calcmode="lin" valueType="num">
                                      <p:cBhvr additive="base">
                                        <p:cTn id="66" dur="500" fill="hold" decel="100000"/>
                                        <p:tgtEl>
                                          <p:spTgt spid="16"/>
                                        </p:tgtEl>
                                        <p:attrNameLst>
                                          <p:attrName>ppt_w</p:attrName>
                                        </p:attrNameLst>
                                      </p:cBhvr>
                                      <p:tavLst>
                                        <p:tav tm="0">
                                          <p:val>
                                            <p:strVal val="0"/>
                                          </p:val>
                                        </p:tav>
                                        <p:tav tm="100000">
                                          <p:val>
                                            <p:strVal val="#ppt_w"/>
                                          </p:val>
                                        </p:tav>
                                      </p:tavLst>
                                    </p:anim>
                                    <p:anim calcmode="lin" valueType="num">
                                      <p:cBhvr additive="base">
                                        <p:cTn id="67" dur="500" fill="hold" decel="100000"/>
                                        <p:tgtEl>
                                          <p:spTgt spid="16"/>
                                        </p:tgtEl>
                                        <p:attrNameLst>
                                          <p:attrName>ppt_h</p:attrName>
                                        </p:attrNameLst>
                                      </p:cBhvr>
                                      <p:tavLst>
                                        <p:tav tm="0">
                                          <p:val>
                                            <p:strVal val="0"/>
                                          </p:val>
                                        </p:tav>
                                        <p:tav tm="100000">
                                          <p:val>
                                            <p:strVal val="#ppt_h"/>
                                          </p:val>
                                        </p:tav>
                                      </p:tavLst>
                                    </p:anim>
                                    <p:animEffect transition="in" filter="fade">
                                      <p:cBhvr>
                                        <p:cTn id="68" dur="500"/>
                                        <p:tgtEl>
                                          <p:spTgt spid="16"/>
                                        </p:tgtEl>
                                      </p:cBhvr>
                                    </p:animEffect>
                                  </p:childTnLst>
                                </p:cTn>
                              </p:par>
                              <p:par>
                                <p:cTn id="69" presetID="53" presetClass="entr" presetSubtype="16" fill="hold" grpId="0" nodeType="withEffect">
                                  <p:stCondLst>
                                    <p:cond delay="0"/>
                                  </p:stCondLst>
                                  <p:childTnLst>
                                    <p:set>
                                      <p:cBhvr>
                                        <p:cTn id="70" dur="1" fill="hold">
                                          <p:stCondLst>
                                            <p:cond delay="0"/>
                                          </p:stCondLst>
                                        </p:cTn>
                                        <p:tgtEl>
                                          <p:spTgt spid="17"/>
                                        </p:tgtEl>
                                        <p:attrNameLst>
                                          <p:attrName>style.visibility</p:attrName>
                                        </p:attrNameLst>
                                      </p:cBhvr>
                                      <p:to>
                                        <p:strVal val="visible"/>
                                      </p:to>
                                    </p:set>
                                    <p:anim calcmode="lin" valueType="num">
                                      <p:cBhvr additive="base">
                                        <p:cTn id="71" dur="500" fill="hold" decel="100000"/>
                                        <p:tgtEl>
                                          <p:spTgt spid="17"/>
                                        </p:tgtEl>
                                        <p:attrNameLst>
                                          <p:attrName>ppt_w</p:attrName>
                                        </p:attrNameLst>
                                      </p:cBhvr>
                                      <p:tavLst>
                                        <p:tav tm="0">
                                          <p:val>
                                            <p:strVal val="0"/>
                                          </p:val>
                                        </p:tav>
                                        <p:tav tm="100000">
                                          <p:val>
                                            <p:strVal val="#ppt_w"/>
                                          </p:val>
                                        </p:tav>
                                      </p:tavLst>
                                    </p:anim>
                                    <p:anim calcmode="lin" valueType="num">
                                      <p:cBhvr additive="base">
                                        <p:cTn id="72" dur="500" fill="hold" decel="100000"/>
                                        <p:tgtEl>
                                          <p:spTgt spid="17"/>
                                        </p:tgtEl>
                                        <p:attrNameLst>
                                          <p:attrName>ppt_h</p:attrName>
                                        </p:attrNameLst>
                                      </p:cBhvr>
                                      <p:tavLst>
                                        <p:tav tm="0">
                                          <p:val>
                                            <p:strVal val="0"/>
                                          </p:val>
                                        </p:tav>
                                        <p:tav tm="100000">
                                          <p:val>
                                            <p:strVal val="#ppt_h"/>
                                          </p:val>
                                        </p:tav>
                                      </p:tavLst>
                                    </p:anim>
                                    <p:animEffect transition="in" filter="fade">
                                      <p:cBhvr>
                                        <p:cTn id="73" dur="500"/>
                                        <p:tgtEl>
                                          <p:spTgt spid="17"/>
                                        </p:tgtEl>
                                      </p:cBhvr>
                                    </p:animEffect>
                                  </p:childTnLst>
                                </p:cTn>
                              </p:par>
                              <p:par>
                                <p:cTn id="74" presetID="2" presetClass="entr" presetSubtype="2" fill="hold" grpId="0" nodeType="withEffect">
                                  <p:stCondLst>
                                    <p:cond delay="0"/>
                                  </p:stCondLst>
                                  <p:childTnLst>
                                    <p:set>
                                      <p:cBhvr>
                                        <p:cTn id="75" dur="1" fill="hold">
                                          <p:stCondLst>
                                            <p:cond delay="0"/>
                                          </p:stCondLst>
                                        </p:cTn>
                                        <p:tgtEl>
                                          <p:spTgt spid="18"/>
                                        </p:tgtEl>
                                        <p:attrNameLst>
                                          <p:attrName>style.visibility</p:attrName>
                                        </p:attrNameLst>
                                      </p:cBhvr>
                                      <p:to>
                                        <p:strVal val="visible"/>
                                      </p:to>
                                    </p:set>
                                    <p:anim calcmode="lin" valueType="num">
                                      <p:cBhvr additive="base">
                                        <p:cTn id="76" dur="650" fill="hold" decel="100000"/>
                                        <p:tgtEl>
                                          <p:spTgt spid="18"/>
                                        </p:tgtEl>
                                        <p:attrNameLst>
                                          <p:attrName>ppt_x</p:attrName>
                                        </p:attrNameLst>
                                      </p:cBhvr>
                                      <p:tavLst>
                                        <p:tav tm="0">
                                          <p:val>
                                            <p:strVal val="1+#ppt_w/2"/>
                                          </p:val>
                                        </p:tav>
                                        <p:tav tm="100000">
                                          <p:val>
                                            <p:strVal val="#ppt_x"/>
                                          </p:val>
                                        </p:tav>
                                      </p:tavLst>
                                    </p:anim>
                                    <p:anim calcmode="lin" valueType="num">
                                      <p:cBhvr additive="base">
                                        <p:cTn id="77" dur="650" fill="hold" decel="100000"/>
                                        <p:tgtEl>
                                          <p:spTgt spid="18"/>
                                        </p:tgtEl>
                                        <p:attrNameLst>
                                          <p:attrName>ppt_y</p:attrName>
                                        </p:attrNameLst>
                                      </p:cBhvr>
                                      <p:tavLst>
                                        <p:tav tm="0">
                                          <p:val>
                                            <p:strVal val="#ppt_y"/>
                                          </p:val>
                                        </p:tav>
                                        <p:tav tm="100000">
                                          <p:val>
                                            <p:strVal val="#ppt_y"/>
                                          </p:val>
                                        </p:tav>
                                      </p:tavLst>
                                    </p:anim>
                                  </p:childTnLst>
                                </p:cTn>
                              </p:par>
                            </p:childTnLst>
                          </p:cTn>
                        </p:par>
                        <p:par>
                          <p:cTn id="78" fill="hold">
                            <p:stCondLst>
                              <p:cond delay="3000"/>
                            </p:stCondLst>
                            <p:childTnLst>
                              <p:par>
                                <p:cTn id="79" presetID="53" presetClass="entr" presetSubtype="16" fill="hold" grpId="0" nodeType="afterEffect">
                                  <p:stCondLst>
                                    <p:cond delay="0"/>
                                  </p:stCondLst>
                                  <p:childTnLst>
                                    <p:set>
                                      <p:cBhvr>
                                        <p:cTn id="80" dur="1" fill="hold">
                                          <p:stCondLst>
                                            <p:cond delay="0"/>
                                          </p:stCondLst>
                                        </p:cTn>
                                        <p:tgtEl>
                                          <p:spTgt spid="19"/>
                                        </p:tgtEl>
                                        <p:attrNameLst>
                                          <p:attrName>style.visibility</p:attrName>
                                        </p:attrNameLst>
                                      </p:cBhvr>
                                      <p:to>
                                        <p:strVal val="visible"/>
                                      </p:to>
                                    </p:set>
                                    <p:anim calcmode="lin" valueType="num">
                                      <p:cBhvr additive="base">
                                        <p:cTn id="81" dur="500" fill="hold" decel="100000"/>
                                        <p:tgtEl>
                                          <p:spTgt spid="19"/>
                                        </p:tgtEl>
                                        <p:attrNameLst>
                                          <p:attrName>ppt_w</p:attrName>
                                        </p:attrNameLst>
                                      </p:cBhvr>
                                      <p:tavLst>
                                        <p:tav tm="0">
                                          <p:val>
                                            <p:strVal val="0"/>
                                          </p:val>
                                        </p:tav>
                                        <p:tav tm="100000">
                                          <p:val>
                                            <p:strVal val="#ppt_w"/>
                                          </p:val>
                                        </p:tav>
                                      </p:tavLst>
                                    </p:anim>
                                    <p:anim calcmode="lin" valueType="num">
                                      <p:cBhvr additive="base">
                                        <p:cTn id="82" dur="500" fill="hold" decel="100000"/>
                                        <p:tgtEl>
                                          <p:spTgt spid="19"/>
                                        </p:tgtEl>
                                        <p:attrNameLst>
                                          <p:attrName>ppt_h</p:attrName>
                                        </p:attrNameLst>
                                      </p:cBhvr>
                                      <p:tavLst>
                                        <p:tav tm="0">
                                          <p:val>
                                            <p:strVal val="0"/>
                                          </p:val>
                                        </p:tav>
                                        <p:tav tm="100000">
                                          <p:val>
                                            <p:strVal val="#ppt_h"/>
                                          </p:val>
                                        </p:tav>
                                      </p:tavLst>
                                    </p:anim>
                                    <p:animEffect transition="in" filter="fade">
                                      <p:cBhvr>
                                        <p:cTn id="83" dur="500"/>
                                        <p:tgtEl>
                                          <p:spTgt spid="19"/>
                                        </p:tgtEl>
                                      </p:cBhvr>
                                    </p:animEffect>
                                  </p:childTnLst>
                                </p:cTn>
                              </p:par>
                              <p:par>
                                <p:cTn id="84" presetID="53" presetClass="entr" presetSubtype="16" fill="hold" grpId="0" nodeType="withEffect">
                                  <p:stCondLst>
                                    <p:cond delay="0"/>
                                  </p:stCondLst>
                                  <p:childTnLst>
                                    <p:set>
                                      <p:cBhvr>
                                        <p:cTn id="85" dur="1" fill="hold">
                                          <p:stCondLst>
                                            <p:cond delay="0"/>
                                          </p:stCondLst>
                                        </p:cTn>
                                        <p:tgtEl>
                                          <p:spTgt spid="20"/>
                                        </p:tgtEl>
                                        <p:attrNameLst>
                                          <p:attrName>style.visibility</p:attrName>
                                        </p:attrNameLst>
                                      </p:cBhvr>
                                      <p:to>
                                        <p:strVal val="visible"/>
                                      </p:to>
                                    </p:set>
                                    <p:anim calcmode="lin" valueType="num">
                                      <p:cBhvr additive="base">
                                        <p:cTn id="86" dur="500" fill="hold" decel="100000"/>
                                        <p:tgtEl>
                                          <p:spTgt spid="20"/>
                                        </p:tgtEl>
                                        <p:attrNameLst>
                                          <p:attrName>ppt_w</p:attrName>
                                        </p:attrNameLst>
                                      </p:cBhvr>
                                      <p:tavLst>
                                        <p:tav tm="0">
                                          <p:val>
                                            <p:strVal val="0"/>
                                          </p:val>
                                        </p:tav>
                                        <p:tav tm="100000">
                                          <p:val>
                                            <p:strVal val="#ppt_w"/>
                                          </p:val>
                                        </p:tav>
                                      </p:tavLst>
                                    </p:anim>
                                    <p:anim calcmode="lin" valueType="num">
                                      <p:cBhvr additive="base">
                                        <p:cTn id="87" dur="500" fill="hold" decel="100000"/>
                                        <p:tgtEl>
                                          <p:spTgt spid="20"/>
                                        </p:tgtEl>
                                        <p:attrNameLst>
                                          <p:attrName>ppt_h</p:attrName>
                                        </p:attrNameLst>
                                      </p:cBhvr>
                                      <p:tavLst>
                                        <p:tav tm="0">
                                          <p:val>
                                            <p:strVal val="0"/>
                                          </p:val>
                                        </p:tav>
                                        <p:tav tm="100000">
                                          <p:val>
                                            <p:strVal val="#ppt_h"/>
                                          </p:val>
                                        </p:tav>
                                      </p:tavLst>
                                    </p:anim>
                                    <p:animEffect transition="in" filter="fade">
                                      <p:cBhvr>
                                        <p:cTn id="88" dur="500"/>
                                        <p:tgtEl>
                                          <p:spTgt spid="20"/>
                                        </p:tgtEl>
                                      </p:cBhvr>
                                    </p:animEffect>
                                  </p:childTnLst>
                                </p:cTn>
                              </p:par>
                              <p:par>
                                <p:cTn id="89" presetID="2" presetClass="entr" presetSubtype="2" fill="hold" grpId="0" nodeType="withEffect">
                                  <p:stCondLst>
                                    <p:cond delay="0"/>
                                  </p:stCondLst>
                                  <p:childTnLst>
                                    <p:set>
                                      <p:cBhvr>
                                        <p:cTn id="90" dur="1" fill="hold">
                                          <p:stCondLst>
                                            <p:cond delay="0"/>
                                          </p:stCondLst>
                                        </p:cTn>
                                        <p:tgtEl>
                                          <p:spTgt spid="21"/>
                                        </p:tgtEl>
                                        <p:attrNameLst>
                                          <p:attrName>style.visibility</p:attrName>
                                        </p:attrNameLst>
                                      </p:cBhvr>
                                      <p:to>
                                        <p:strVal val="visible"/>
                                      </p:to>
                                    </p:set>
                                    <p:anim calcmode="lin" valueType="num">
                                      <p:cBhvr additive="base">
                                        <p:cTn id="91" dur="650" fill="hold" decel="100000"/>
                                        <p:tgtEl>
                                          <p:spTgt spid="21"/>
                                        </p:tgtEl>
                                        <p:attrNameLst>
                                          <p:attrName>ppt_x</p:attrName>
                                        </p:attrNameLst>
                                      </p:cBhvr>
                                      <p:tavLst>
                                        <p:tav tm="0">
                                          <p:val>
                                            <p:strVal val="1+#ppt_w/2"/>
                                          </p:val>
                                        </p:tav>
                                        <p:tav tm="100000">
                                          <p:val>
                                            <p:strVal val="#ppt_x"/>
                                          </p:val>
                                        </p:tav>
                                      </p:tavLst>
                                    </p:anim>
                                    <p:anim calcmode="lin" valueType="num">
                                      <p:cBhvr additive="base">
                                        <p:cTn id="92" dur="650" fill="hold" decel="100000"/>
                                        <p:tgtEl>
                                          <p:spTgt spid="21"/>
                                        </p:tgtEl>
                                        <p:attrNameLst>
                                          <p:attrName>ppt_y</p:attrName>
                                        </p:attrNameLst>
                                      </p:cBhvr>
                                      <p:tavLst>
                                        <p:tav tm="0">
                                          <p:val>
                                            <p:strVal val="#ppt_y"/>
                                          </p:val>
                                        </p:tav>
                                        <p:tav tm="100000">
                                          <p:val>
                                            <p:strVal val="#ppt_y"/>
                                          </p:val>
                                        </p:tav>
                                      </p:tavLst>
                                    </p:anim>
                                  </p:childTnLst>
                                </p:cTn>
                              </p:par>
                            </p:childTnLst>
                          </p:cTn>
                        </p:par>
                        <p:par>
                          <p:cTn id="93" fill="hold">
                            <p:stCondLst>
                              <p:cond delay="3700"/>
                            </p:stCondLst>
                            <p:childTnLst>
                              <p:par>
                                <p:cTn id="94" presetID="10" presetClass="entr" presetSubtype="0" fill="hold" grpId="0" nodeType="afterEffect">
                                  <p:stCondLst>
                                    <p:cond delay="0"/>
                                  </p:stCondLst>
                                  <p:childTnLst>
                                    <p:set>
                                      <p:cBhvr>
                                        <p:cTn id="95" dur="1" fill="hold">
                                          <p:stCondLst>
                                            <p:cond delay="0"/>
                                          </p:stCondLst>
                                        </p:cTn>
                                        <p:tgtEl>
                                          <p:spTgt spid="6"/>
                                        </p:tgtEl>
                                        <p:attrNameLst>
                                          <p:attrName>style.visibility</p:attrName>
                                        </p:attrNameLst>
                                      </p:cBhvr>
                                      <p:to>
                                        <p:strVal val="visible"/>
                                      </p:to>
                                    </p:set>
                                    <p:animEffect transition="in" filter="fade">
                                      <p:cBhvr>
                                        <p:cTn id="96" dur="1000"/>
                                        <p:tgtEl>
                                          <p:spTgt spid="6"/>
                                        </p:tgtEl>
                                      </p:cBhvr>
                                    </p:animEffect>
                                  </p:childTnLst>
                                </p:cTn>
                              </p:par>
                            </p:childTnLst>
                          </p:cTn>
                        </p:par>
                        <p:par>
                          <p:cTn id="97" fill="hold">
                            <p:stCondLst>
                              <p:cond delay="6900"/>
                            </p:stCondLst>
                            <p:childTnLst>
                              <p:par>
                                <p:cTn id="98" presetID="10" presetClass="exit" presetSubtype="0" fill="hold" grpId="1" nodeType="afterEffect">
                                  <p:stCondLst>
                                    <p:cond delay="0"/>
                                  </p:stCondLst>
                                  <p:childTnLst>
                                    <p:animEffect transition="out" filter="fade">
                                      <p:cBhvr>
                                        <p:cTn id="99" dur="1000"/>
                                        <p:tgtEl>
                                          <p:spTgt spid="6"/>
                                        </p:tgtEl>
                                      </p:cBhvr>
                                    </p:animEffect>
                                    <p:set>
                                      <p:cBhvr>
                                        <p:cTn id="100" dur="1" fill="hold">
                                          <p:stCondLst>
                                            <p:cond delay="999"/>
                                          </p:stCondLst>
                                        </p:cTn>
                                        <p:tgtEl>
                                          <p:spTgt spid="6"/>
                                        </p:tgtEl>
                                        <p:attrNameLst>
                                          <p:attrName>style.visibility</p:attrName>
                                        </p:attrNameLst>
                                      </p:cBhvr>
                                      <p:to>
                                        <p:strVal val="hidden"/>
                                      </p:to>
                                    </p:set>
                                  </p:childTnLst>
                                </p:cTn>
                              </p:par>
                            </p:childTnLst>
                          </p:cTn>
                        </p:par>
                        <p:par>
                          <p:cTn id="101" fill="hold">
                            <p:stCondLst>
                              <p:cond delay="10100"/>
                            </p:stCondLst>
                            <p:childTnLst>
                              <p:par>
                                <p:cTn id="102" presetID="10" presetClass="entr" presetSubtype="0" fill="hold" grpId="2" nodeType="afterEffect">
                                  <p:stCondLst>
                                    <p:cond delay="0"/>
                                  </p:stCondLst>
                                  <p:childTnLst>
                                    <p:set>
                                      <p:cBhvr>
                                        <p:cTn id="103" dur="1" fill="hold">
                                          <p:stCondLst>
                                            <p:cond delay="0"/>
                                          </p:stCondLst>
                                        </p:cTn>
                                        <p:tgtEl>
                                          <p:spTgt spid="6"/>
                                        </p:tgtEl>
                                        <p:attrNameLst>
                                          <p:attrName>style.visibility</p:attrName>
                                        </p:attrNameLst>
                                      </p:cBhvr>
                                      <p:to>
                                        <p:strVal val="visible"/>
                                      </p:to>
                                    </p:set>
                                    <p:animEffect transition="in" filter="fade">
                                      <p:cBhvr>
                                        <p:cTn id="104" dur="1000"/>
                                        <p:tgtEl>
                                          <p:spTgt spid="6"/>
                                        </p:tgtEl>
                                      </p:cBhvr>
                                    </p:animEffect>
                                  </p:childTnLst>
                                </p:cTn>
                              </p:par>
                            </p:childTnLst>
                          </p:cTn>
                        </p:par>
                        <p:par>
                          <p:cTn id="105" fill="hold">
                            <p:stCondLst>
                              <p:cond delay="13300"/>
                            </p:stCondLst>
                            <p:childTnLst>
                              <p:par>
                                <p:cTn id="106" presetID="10" presetClass="exit" presetSubtype="0" fill="hold" grpId="3" nodeType="afterEffect">
                                  <p:stCondLst>
                                    <p:cond delay="0"/>
                                  </p:stCondLst>
                                  <p:childTnLst>
                                    <p:animEffect transition="out" filter="fade">
                                      <p:cBhvr>
                                        <p:cTn id="107" dur="1000"/>
                                        <p:tgtEl>
                                          <p:spTgt spid="6"/>
                                        </p:tgtEl>
                                      </p:cBhvr>
                                    </p:animEffect>
                                    <p:set>
                                      <p:cBhvr>
                                        <p:cTn id="108" dur="1" fill="hold">
                                          <p:stCondLst>
                                            <p:cond delay="999"/>
                                          </p:stCondLst>
                                        </p:cTn>
                                        <p:tgtEl>
                                          <p:spTgt spid="6"/>
                                        </p:tgtEl>
                                        <p:attrNameLst>
                                          <p:attrName>style.visibility</p:attrName>
                                        </p:attrNameLst>
                                      </p:cBhvr>
                                      <p:to>
                                        <p:strVal val="hidden"/>
                                      </p:to>
                                    </p:set>
                                  </p:childTnLst>
                                </p:cTn>
                              </p:par>
                            </p:childTnLst>
                          </p:cTn>
                        </p:par>
                        <p:par>
                          <p:cTn id="109" fill="hold">
                            <p:stCondLst>
                              <p:cond delay="16500"/>
                            </p:stCondLst>
                            <p:childTnLst>
                              <p:par>
                                <p:cTn id="110" presetID="10" presetClass="entr" presetSubtype="0" fill="hold" grpId="4" nodeType="afterEffect">
                                  <p:stCondLst>
                                    <p:cond delay="0"/>
                                  </p:stCondLst>
                                  <p:childTnLst>
                                    <p:set>
                                      <p:cBhvr>
                                        <p:cTn id="111" dur="1" fill="hold">
                                          <p:stCondLst>
                                            <p:cond delay="0"/>
                                          </p:stCondLst>
                                        </p:cTn>
                                        <p:tgtEl>
                                          <p:spTgt spid="6"/>
                                        </p:tgtEl>
                                        <p:attrNameLst>
                                          <p:attrName>style.visibility</p:attrName>
                                        </p:attrNameLst>
                                      </p:cBhvr>
                                      <p:to>
                                        <p:strVal val="visible"/>
                                      </p:to>
                                    </p:set>
                                    <p:animEffect transition="in" filter="fade">
                                      <p:cBhvr>
                                        <p:cTn id="112" dur="1000"/>
                                        <p:tgtEl>
                                          <p:spTgt spid="6"/>
                                        </p:tgtEl>
                                      </p:cBhvr>
                                    </p:animEffect>
                                  </p:childTnLst>
                                </p:cTn>
                              </p:par>
                            </p:childTnLst>
                          </p:cTn>
                        </p:par>
                        <p:par>
                          <p:cTn id="113" fill="hold">
                            <p:stCondLst>
                              <p:cond delay="19700"/>
                            </p:stCondLst>
                            <p:childTnLst>
                              <p:par>
                                <p:cTn id="114" presetID="10" presetClass="exit" presetSubtype="0" fill="hold" grpId="5" nodeType="afterEffect">
                                  <p:stCondLst>
                                    <p:cond delay="0"/>
                                  </p:stCondLst>
                                  <p:childTnLst>
                                    <p:animEffect transition="out" filter="fade">
                                      <p:cBhvr>
                                        <p:cTn id="115" dur="1000"/>
                                        <p:tgtEl>
                                          <p:spTgt spid="6"/>
                                        </p:tgtEl>
                                      </p:cBhvr>
                                    </p:animEffect>
                                    <p:set>
                                      <p:cBhvr>
                                        <p:cTn id="116" dur="1" fill="hold">
                                          <p:stCondLst>
                                            <p:cond delay="999"/>
                                          </p:stCondLst>
                                        </p:cTn>
                                        <p:tgtEl>
                                          <p:spTgt spid="6"/>
                                        </p:tgtEl>
                                        <p:attrNameLst>
                                          <p:attrName>style.visibility</p:attrName>
                                        </p:attrNameLst>
                                      </p:cBhvr>
                                      <p:to>
                                        <p:strVal val="hidden"/>
                                      </p:to>
                                    </p:set>
                                  </p:childTnLst>
                                </p:cTn>
                              </p:par>
                            </p:childTnLst>
                          </p:cTn>
                        </p:par>
                        <p:par>
                          <p:cTn id="117" fill="hold">
                            <p:stCondLst>
                              <p:cond delay="22900"/>
                            </p:stCondLst>
                            <p:childTnLst>
                              <p:par>
                                <p:cTn id="118" presetID="10" presetClass="entr" presetSubtype="0" fill="hold" grpId="6" nodeType="afterEffect">
                                  <p:stCondLst>
                                    <p:cond delay="0"/>
                                  </p:stCondLst>
                                  <p:childTnLst>
                                    <p:set>
                                      <p:cBhvr>
                                        <p:cTn id="119" dur="1" fill="hold">
                                          <p:stCondLst>
                                            <p:cond delay="0"/>
                                          </p:stCondLst>
                                        </p:cTn>
                                        <p:tgtEl>
                                          <p:spTgt spid="6"/>
                                        </p:tgtEl>
                                        <p:attrNameLst>
                                          <p:attrName>style.visibility</p:attrName>
                                        </p:attrNameLst>
                                      </p:cBhvr>
                                      <p:to>
                                        <p:strVal val="visible"/>
                                      </p:to>
                                    </p:set>
                                    <p:animEffect transition="in" filter="fade">
                                      <p:cBhvr>
                                        <p:cTn id="120" dur="1000"/>
                                        <p:tgtEl>
                                          <p:spTgt spid="6"/>
                                        </p:tgtEl>
                                      </p:cBhvr>
                                    </p:animEffect>
                                  </p:childTnLst>
                                </p:cTn>
                              </p:par>
                            </p:childTnLst>
                          </p:cTn>
                        </p:par>
                        <p:par>
                          <p:cTn id="121" fill="hold">
                            <p:stCondLst>
                              <p:cond delay="26100"/>
                            </p:stCondLst>
                            <p:childTnLst>
                              <p:par>
                                <p:cTn id="122" presetID="10" presetClass="exit" presetSubtype="0" fill="hold" grpId="7" nodeType="afterEffect">
                                  <p:stCondLst>
                                    <p:cond delay="0"/>
                                  </p:stCondLst>
                                  <p:childTnLst>
                                    <p:animEffect transition="out" filter="fade">
                                      <p:cBhvr>
                                        <p:cTn id="123" dur="1000"/>
                                        <p:tgtEl>
                                          <p:spTgt spid="6"/>
                                        </p:tgtEl>
                                      </p:cBhvr>
                                    </p:animEffect>
                                    <p:set>
                                      <p:cBhvr>
                                        <p:cTn id="124" dur="1" fill="hold">
                                          <p:stCondLst>
                                            <p:cond delay="999"/>
                                          </p:stCondLst>
                                        </p:cTn>
                                        <p:tgtEl>
                                          <p:spTgt spid="6"/>
                                        </p:tgtEl>
                                        <p:attrNameLst>
                                          <p:attrName>style.visibility</p:attrName>
                                        </p:attrNameLst>
                                      </p:cBhvr>
                                      <p:to>
                                        <p:strVal val="hidden"/>
                                      </p:to>
                                    </p:set>
                                  </p:childTnLst>
                                </p:cTn>
                              </p:par>
                            </p:childTnLst>
                          </p:cTn>
                        </p:par>
                        <p:par>
                          <p:cTn id="125" fill="hold">
                            <p:stCondLst>
                              <p:cond delay="29300"/>
                            </p:stCondLst>
                            <p:childTnLst>
                              <p:par>
                                <p:cTn id="126" presetID="10" presetClass="entr" presetSubtype="0" fill="hold" grpId="8" nodeType="afterEffect">
                                  <p:stCondLst>
                                    <p:cond delay="0"/>
                                  </p:stCondLst>
                                  <p:childTnLst>
                                    <p:set>
                                      <p:cBhvr>
                                        <p:cTn id="127" dur="1" fill="hold">
                                          <p:stCondLst>
                                            <p:cond delay="0"/>
                                          </p:stCondLst>
                                        </p:cTn>
                                        <p:tgtEl>
                                          <p:spTgt spid="6"/>
                                        </p:tgtEl>
                                        <p:attrNameLst>
                                          <p:attrName>style.visibility</p:attrName>
                                        </p:attrNameLst>
                                      </p:cBhvr>
                                      <p:to>
                                        <p:strVal val="visible"/>
                                      </p:to>
                                    </p:set>
                                    <p:animEffect transition="in" filter="fade">
                                      <p:cBhvr>
                                        <p:cTn id="128" dur="1000"/>
                                        <p:tgtEl>
                                          <p:spTgt spid="6"/>
                                        </p:tgtEl>
                                      </p:cBhvr>
                                    </p:animEffect>
                                  </p:childTnLst>
                                </p:cTn>
                              </p:par>
                            </p:childTnLst>
                          </p:cTn>
                        </p:par>
                        <p:par>
                          <p:cTn id="129" fill="hold">
                            <p:stCondLst>
                              <p:cond delay="32500"/>
                            </p:stCondLst>
                            <p:childTnLst>
                              <p:par>
                                <p:cTn id="130" presetID="10" presetClass="exit" presetSubtype="0" fill="hold" grpId="9" nodeType="afterEffect">
                                  <p:stCondLst>
                                    <p:cond delay="0"/>
                                  </p:stCondLst>
                                  <p:childTnLst>
                                    <p:animEffect transition="out" filter="fade">
                                      <p:cBhvr>
                                        <p:cTn id="131" dur="1000"/>
                                        <p:tgtEl>
                                          <p:spTgt spid="6"/>
                                        </p:tgtEl>
                                      </p:cBhvr>
                                    </p:animEffect>
                                    <p:set>
                                      <p:cBhvr>
                                        <p:cTn id="132" dur="1" fill="hold">
                                          <p:stCondLst>
                                            <p:cond delay="9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P spid="12" grpId="0" animBg="1"/>
      <p:bldP spid="15" grpId="0" animBg="1"/>
      <p:bldP spid="18" grpId="0" animBg="1"/>
      <p:bldP spid="2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A2B"/>
        </a:solidFill>
      </p:bgPr>
    </p:bg>
    <p:spTree>
      <p:nvGrpSpPr>
        <p:cNvPr id="1" name=""/>
        <p:cNvGrpSpPr/>
        <p:nvPr/>
      </p:nvGrpSpPr>
      <p:grpSpPr>
        <a:xfrm>
          <a:off x="0" y="0"/>
          <a:ext cx="0" cy="0"/>
          <a:chOff x="0" y="0"/>
          <a:chExt cx="0" cy="0"/>
        </a:xfrm>
      </p:grpSpPr>
      <p:sp>
        <p:nvSpPr>
          <p:cNvPr id="3" name="title"/>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3800" b="1" dirty="0">
                <a:solidFill>
                  <a:srgbClr val="D4A537"/>
                </a:solidFill>
                <a:latin typeface="Bookman Old Style" pitchFamily="34" charset="0"/>
                <a:ea typeface="Bookman Old Style" pitchFamily="34" charset="-122"/>
                <a:cs typeface="Bookman Old Style" pitchFamily="34" charset="-120"/>
              </a:rPr>
              <a:t>Egiptul de astăzi</a:t>
            </a:r>
            <a:endParaRPr lang="en-US" sz="3800" dirty="0"/>
          </a:p>
        </p:txBody>
      </p:sp>
      <p:sp>
        <p:nvSpPr>
          <p:cNvPr id="4" name="tb0"/>
          <p:cNvSpPr/>
          <p:nvPr/>
        </p:nvSpPr>
        <p:spPr>
          <a:xfrm>
            <a:off x="548640" y="1325880"/>
            <a:ext cx="2606040" cy="1508760"/>
          </a:xfrm>
          <a:prstGeom prst="roundRect">
            <a:avLst>
              <a:gd name="adj" fmla="val 7273"/>
            </a:avLst>
          </a:prstGeom>
          <a:solidFill>
            <a:srgbClr val="16263D"/>
          </a:solidFill>
          <a:ln w="12700">
            <a:solidFill>
              <a:srgbClr val="1D3150"/>
            </a:solidFill>
            <a:prstDash val="solid"/>
          </a:ln>
        </p:spPr>
      </p:sp>
      <p:pic>
        <p:nvPicPr>
          <p:cNvPr id="5" name="ti0" descr="preencoded.png">    </p:cNvPr>
          <p:cNvPicPr>
            <a:picLocks noChangeAspect="1"/>
          </p:cNvPicPr>
          <p:nvPr/>
        </p:nvPicPr>
        <p:blipFill>
          <a:blip r:embed="rId1"/>
          <a:stretch>
            <a:fillRect/>
          </a:stretch>
        </p:blipFill>
        <p:spPr>
          <a:xfrm>
            <a:off x="777240" y="1481328"/>
            <a:ext cx="457200" cy="457200"/>
          </a:xfrm>
          <a:prstGeom prst="rect">
            <a:avLst/>
          </a:prstGeom>
        </p:spPr>
      </p:pic>
      <p:sp>
        <p:nvSpPr>
          <p:cNvPr id="6" name="tn0"/>
          <p:cNvSpPr txBox="1"/>
          <p:nvPr/>
        </p:nvSpPr>
        <p:spPr>
          <a:xfrm>
            <a:off x="777240" y="1938528"/>
            <a:ext cx="2194560" cy="502920"/>
          </a:xfrm>
          <a:prstGeom prst="rect">
            <a:avLst/>
          </a:prstGeom>
          <a:noFill/>
          <a:ln/>
        </p:spPr>
        <p:txBody>
          <a:bodyPr wrap="square" lIns="0" tIns="0" rIns="0" bIns="0" rtlCol="0" anchor="ctr"/>
          <a:lstStyle/>
          <a:p>
            <a:pPr indent="0" marL="0">
              <a:buNone/>
            </a:pPr>
            <a:r>
              <a:rPr lang="en-US" sz="2600" b="1" dirty="0">
                <a:solidFill>
                  <a:srgbClr val="D4A537"/>
                </a:solidFill>
                <a:latin typeface="Bookman Old Style" pitchFamily="34" charset="0"/>
                <a:ea typeface="Bookman Old Style" pitchFamily="34" charset="-122"/>
                <a:cs typeface="Bookman Old Style" pitchFamily="34" charset="-120"/>
              </a:rPr>
              <a:t>Cairo</a:t>
            </a:r>
            <a:endParaRPr lang="en-US" sz="2600" dirty="0"/>
          </a:p>
        </p:txBody>
      </p:sp>
      <p:sp>
        <p:nvSpPr>
          <p:cNvPr id="7" name="tl0"/>
          <p:cNvSpPr txBox="1"/>
          <p:nvPr/>
        </p:nvSpPr>
        <p:spPr>
          <a:xfrm>
            <a:off x="777240" y="2423160"/>
            <a:ext cx="2286000" cy="320040"/>
          </a:xfrm>
          <a:prstGeom prst="rect">
            <a:avLst/>
          </a:prstGeom>
          <a:noFill/>
          <a:ln/>
        </p:spPr>
        <p:txBody>
          <a:bodyPr wrap="square" lIns="0" tIns="0" rIns="0" bIns="0" rtlCol="0" anchor="ctr"/>
          <a:lstStyle/>
          <a:p>
            <a:pPr indent="0" marL="0">
              <a:buNone/>
            </a:pPr>
            <a:r>
              <a:rPr lang="en-US" sz="1200" dirty="0">
                <a:solidFill>
                  <a:srgbClr val="EADBC0"/>
                </a:solidFill>
                <a:latin typeface="Calibri" pitchFamily="34" charset="0"/>
                <a:ea typeface="Calibri" pitchFamily="34" charset="-122"/>
                <a:cs typeface="Calibri" pitchFamily="34" charset="-120"/>
              </a:rPr>
              <a:t>capitala, cel mai mare oraș</a:t>
            </a:r>
            <a:endParaRPr lang="en-US" sz="1200" dirty="0"/>
          </a:p>
        </p:txBody>
      </p:sp>
      <p:sp>
        <p:nvSpPr>
          <p:cNvPr id="8" name="tb1"/>
          <p:cNvSpPr/>
          <p:nvPr/>
        </p:nvSpPr>
        <p:spPr>
          <a:xfrm>
            <a:off x="3364992" y="1325880"/>
            <a:ext cx="2606040" cy="1508760"/>
          </a:xfrm>
          <a:prstGeom prst="roundRect">
            <a:avLst>
              <a:gd name="adj" fmla="val 7273"/>
            </a:avLst>
          </a:prstGeom>
          <a:solidFill>
            <a:srgbClr val="16263D"/>
          </a:solidFill>
          <a:ln w="12700">
            <a:solidFill>
              <a:srgbClr val="1D3150"/>
            </a:solidFill>
            <a:prstDash val="solid"/>
          </a:ln>
        </p:spPr>
      </p:sp>
      <p:pic>
        <p:nvPicPr>
          <p:cNvPr id="9" name="ti1" descr="preencoded.png">    </p:cNvPr>
          <p:cNvPicPr>
            <a:picLocks noChangeAspect="1"/>
          </p:cNvPicPr>
          <p:nvPr/>
        </p:nvPicPr>
        <p:blipFill>
          <a:blip r:embed="rId2"/>
          <a:stretch>
            <a:fillRect/>
          </a:stretch>
        </p:blipFill>
        <p:spPr>
          <a:xfrm>
            <a:off x="3593592" y="1481328"/>
            <a:ext cx="457200" cy="457200"/>
          </a:xfrm>
          <a:prstGeom prst="rect">
            <a:avLst/>
          </a:prstGeom>
        </p:spPr>
      </p:pic>
      <p:sp>
        <p:nvSpPr>
          <p:cNvPr id="10" name="tn1"/>
          <p:cNvSpPr txBox="1"/>
          <p:nvPr/>
        </p:nvSpPr>
        <p:spPr>
          <a:xfrm>
            <a:off x="3593592" y="1938528"/>
            <a:ext cx="2194560" cy="502920"/>
          </a:xfrm>
          <a:prstGeom prst="rect">
            <a:avLst/>
          </a:prstGeom>
          <a:noFill/>
          <a:ln/>
        </p:spPr>
        <p:txBody>
          <a:bodyPr wrap="square" lIns="0" tIns="0" rIns="0" bIns="0" rtlCol="0" anchor="ctr"/>
          <a:lstStyle/>
          <a:p>
            <a:pPr indent="0" marL="0">
              <a:buNone/>
            </a:pPr>
            <a:r>
              <a:rPr lang="en-US" sz="2600" b="1" dirty="0">
                <a:solidFill>
                  <a:srgbClr val="D4A537"/>
                </a:solidFill>
                <a:latin typeface="Bookman Old Style" pitchFamily="34" charset="0"/>
                <a:ea typeface="Bookman Old Style" pitchFamily="34" charset="-122"/>
                <a:cs typeface="Bookman Old Style" pitchFamily="34" charset="-120"/>
              </a:rPr>
              <a:t>109 mil.</a:t>
            </a:r>
            <a:endParaRPr lang="en-US" sz="2600" dirty="0"/>
          </a:p>
        </p:txBody>
      </p:sp>
      <p:sp>
        <p:nvSpPr>
          <p:cNvPr id="11" name="tl1"/>
          <p:cNvSpPr txBox="1"/>
          <p:nvPr/>
        </p:nvSpPr>
        <p:spPr>
          <a:xfrm>
            <a:off x="3593592" y="2423160"/>
            <a:ext cx="2286000" cy="320040"/>
          </a:xfrm>
          <a:prstGeom prst="rect">
            <a:avLst/>
          </a:prstGeom>
          <a:noFill/>
          <a:ln/>
        </p:spPr>
        <p:txBody>
          <a:bodyPr wrap="square" lIns="0" tIns="0" rIns="0" bIns="0" rtlCol="0" anchor="ctr"/>
          <a:lstStyle/>
          <a:p>
            <a:pPr indent="0" marL="0">
              <a:buNone/>
            </a:pPr>
            <a:r>
              <a:rPr lang="en-US" sz="1200" dirty="0">
                <a:solidFill>
                  <a:srgbClr val="EADBC0"/>
                </a:solidFill>
                <a:latin typeface="Calibri" pitchFamily="34" charset="0"/>
                <a:ea typeface="Calibri" pitchFamily="34" charset="-122"/>
                <a:cs typeface="Calibri" pitchFamily="34" charset="-120"/>
              </a:rPr>
              <a:t>locuitori (CAPMAS, 2026)</a:t>
            </a:r>
            <a:endParaRPr lang="en-US" sz="1200" dirty="0"/>
          </a:p>
        </p:txBody>
      </p:sp>
      <p:sp>
        <p:nvSpPr>
          <p:cNvPr id="12" name="tb2"/>
          <p:cNvSpPr/>
          <p:nvPr/>
        </p:nvSpPr>
        <p:spPr>
          <a:xfrm>
            <a:off x="6181344" y="1325880"/>
            <a:ext cx="2606040" cy="1508760"/>
          </a:xfrm>
          <a:prstGeom prst="roundRect">
            <a:avLst>
              <a:gd name="adj" fmla="val 7273"/>
            </a:avLst>
          </a:prstGeom>
          <a:solidFill>
            <a:srgbClr val="16263D"/>
          </a:solidFill>
          <a:ln w="12700">
            <a:solidFill>
              <a:srgbClr val="1D3150"/>
            </a:solidFill>
            <a:prstDash val="solid"/>
          </a:ln>
        </p:spPr>
      </p:sp>
      <p:pic>
        <p:nvPicPr>
          <p:cNvPr id="13" name="ti2" descr="preencoded.png">    </p:cNvPr>
          <p:cNvPicPr>
            <a:picLocks noChangeAspect="1"/>
          </p:cNvPicPr>
          <p:nvPr/>
        </p:nvPicPr>
        <p:blipFill>
          <a:blip r:embed="rId3"/>
          <a:stretch>
            <a:fillRect/>
          </a:stretch>
        </p:blipFill>
        <p:spPr>
          <a:xfrm>
            <a:off x="6409944" y="1481328"/>
            <a:ext cx="457200" cy="457200"/>
          </a:xfrm>
          <a:prstGeom prst="rect">
            <a:avLst/>
          </a:prstGeom>
        </p:spPr>
      </p:pic>
      <p:sp>
        <p:nvSpPr>
          <p:cNvPr id="14" name="tn2"/>
          <p:cNvSpPr txBox="1"/>
          <p:nvPr/>
        </p:nvSpPr>
        <p:spPr>
          <a:xfrm>
            <a:off x="6409944" y="1938528"/>
            <a:ext cx="2194560" cy="502920"/>
          </a:xfrm>
          <a:prstGeom prst="rect">
            <a:avLst/>
          </a:prstGeom>
          <a:noFill/>
          <a:ln/>
        </p:spPr>
        <p:txBody>
          <a:bodyPr wrap="square" lIns="0" tIns="0" rIns="0" bIns="0" rtlCol="0" anchor="ctr"/>
          <a:lstStyle/>
          <a:p>
            <a:pPr indent="0" marL="0">
              <a:buNone/>
            </a:pPr>
            <a:r>
              <a:rPr lang="en-US" sz="2600" b="1" dirty="0">
                <a:solidFill>
                  <a:srgbClr val="D4A537"/>
                </a:solidFill>
                <a:latin typeface="Bookman Old Style" pitchFamily="34" charset="0"/>
                <a:ea typeface="Bookman Old Style" pitchFamily="34" charset="-122"/>
                <a:cs typeface="Bookman Old Style" pitchFamily="34" charset="-120"/>
              </a:rPr>
              <a:t>Araba</a:t>
            </a:r>
            <a:endParaRPr lang="en-US" sz="2600" dirty="0"/>
          </a:p>
        </p:txBody>
      </p:sp>
      <p:sp>
        <p:nvSpPr>
          <p:cNvPr id="15" name="tl2"/>
          <p:cNvSpPr txBox="1"/>
          <p:nvPr/>
        </p:nvSpPr>
        <p:spPr>
          <a:xfrm>
            <a:off x="6409944" y="2423160"/>
            <a:ext cx="2286000" cy="320040"/>
          </a:xfrm>
          <a:prstGeom prst="rect">
            <a:avLst/>
          </a:prstGeom>
          <a:noFill/>
          <a:ln/>
        </p:spPr>
        <p:txBody>
          <a:bodyPr wrap="square" lIns="0" tIns="0" rIns="0" bIns="0" rtlCol="0" anchor="ctr"/>
          <a:lstStyle/>
          <a:p>
            <a:pPr indent="0" marL="0">
              <a:buNone/>
            </a:pPr>
            <a:r>
              <a:rPr lang="en-US" sz="1200" dirty="0">
                <a:solidFill>
                  <a:srgbClr val="EADBC0"/>
                </a:solidFill>
                <a:latin typeface="Calibri" pitchFamily="34" charset="0"/>
                <a:ea typeface="Calibri" pitchFamily="34" charset="-122"/>
                <a:cs typeface="Calibri" pitchFamily="34" charset="-120"/>
              </a:rPr>
              <a:t>limba oficială</a:t>
            </a:r>
            <a:endParaRPr lang="en-US" sz="1200" dirty="0"/>
          </a:p>
        </p:txBody>
      </p:sp>
      <p:sp>
        <p:nvSpPr>
          <p:cNvPr id="16" name="tb3"/>
          <p:cNvSpPr/>
          <p:nvPr/>
        </p:nvSpPr>
        <p:spPr>
          <a:xfrm>
            <a:off x="8997696" y="1325880"/>
            <a:ext cx="2606040" cy="1508760"/>
          </a:xfrm>
          <a:prstGeom prst="roundRect">
            <a:avLst>
              <a:gd name="adj" fmla="val 7273"/>
            </a:avLst>
          </a:prstGeom>
          <a:solidFill>
            <a:srgbClr val="16263D"/>
          </a:solidFill>
          <a:ln w="12700">
            <a:solidFill>
              <a:srgbClr val="1D3150"/>
            </a:solidFill>
            <a:prstDash val="solid"/>
          </a:ln>
        </p:spPr>
      </p:sp>
      <p:pic>
        <p:nvPicPr>
          <p:cNvPr id="17" name="ti3" descr="preencoded.png">    </p:cNvPr>
          <p:cNvPicPr>
            <a:picLocks noChangeAspect="1"/>
          </p:cNvPicPr>
          <p:nvPr/>
        </p:nvPicPr>
        <p:blipFill>
          <a:blip r:embed="rId4"/>
          <a:stretch>
            <a:fillRect/>
          </a:stretch>
        </p:blipFill>
        <p:spPr>
          <a:xfrm>
            <a:off x="9226296" y="1481328"/>
            <a:ext cx="457200" cy="457200"/>
          </a:xfrm>
          <a:prstGeom prst="rect">
            <a:avLst/>
          </a:prstGeom>
        </p:spPr>
      </p:pic>
      <p:sp>
        <p:nvSpPr>
          <p:cNvPr id="18" name="tn3"/>
          <p:cNvSpPr txBox="1"/>
          <p:nvPr/>
        </p:nvSpPr>
        <p:spPr>
          <a:xfrm>
            <a:off x="9226296" y="1938528"/>
            <a:ext cx="2194560" cy="502920"/>
          </a:xfrm>
          <a:prstGeom prst="rect">
            <a:avLst/>
          </a:prstGeom>
          <a:noFill/>
          <a:ln/>
        </p:spPr>
        <p:txBody>
          <a:bodyPr wrap="square" lIns="0" tIns="0" rIns="0" bIns="0" rtlCol="0" anchor="ctr"/>
          <a:lstStyle/>
          <a:p>
            <a:pPr indent="0" marL="0">
              <a:buNone/>
            </a:pPr>
            <a:r>
              <a:rPr lang="en-US" sz="2600" b="1" dirty="0">
                <a:solidFill>
                  <a:srgbClr val="D4A537"/>
                </a:solidFill>
                <a:latin typeface="Bookman Old Style" pitchFamily="34" charset="0"/>
                <a:ea typeface="Bookman Old Style" pitchFamily="34" charset="-122"/>
                <a:cs typeface="Bookman Old Style" pitchFamily="34" charset="-120"/>
              </a:rPr>
              <a:t>1869</a:t>
            </a:r>
            <a:endParaRPr lang="en-US" sz="2600" dirty="0"/>
          </a:p>
        </p:txBody>
      </p:sp>
      <p:sp>
        <p:nvSpPr>
          <p:cNvPr id="19" name="tl3"/>
          <p:cNvSpPr txBox="1"/>
          <p:nvPr/>
        </p:nvSpPr>
        <p:spPr>
          <a:xfrm>
            <a:off x="9226296" y="2423160"/>
            <a:ext cx="2286000" cy="320040"/>
          </a:xfrm>
          <a:prstGeom prst="rect">
            <a:avLst/>
          </a:prstGeom>
          <a:noFill/>
          <a:ln/>
        </p:spPr>
        <p:txBody>
          <a:bodyPr wrap="square" lIns="0" tIns="0" rIns="0" bIns="0" rtlCol="0" anchor="ctr"/>
          <a:lstStyle/>
          <a:p>
            <a:pPr indent="0" marL="0">
              <a:buNone/>
            </a:pPr>
            <a:r>
              <a:rPr lang="en-US" sz="1200" dirty="0">
                <a:solidFill>
                  <a:srgbClr val="EADBC0"/>
                </a:solidFill>
                <a:latin typeface="Calibri" pitchFamily="34" charset="0"/>
                <a:ea typeface="Calibri" pitchFamily="34" charset="-122"/>
                <a:cs typeface="Calibri" pitchFamily="34" charset="-120"/>
              </a:rPr>
              <a:t>deschiderea Canalului Suez</a:t>
            </a:r>
            <a:endParaRPr lang="en-US" sz="1200" dirty="0"/>
          </a:p>
        </p:txBody>
      </p:sp>
      <p:sp>
        <p:nvSpPr>
          <p:cNvPr id="20" name="frame"/>
          <p:cNvSpPr/>
          <p:nvPr/>
        </p:nvSpPr>
        <p:spPr>
          <a:xfrm>
            <a:off x="6144768" y="3127248"/>
            <a:ext cx="5586984" cy="3300984"/>
          </a:xfrm>
          <a:prstGeom prst="roundRect">
            <a:avLst>
              <a:gd name="adj" fmla="val 5540"/>
            </a:avLst>
          </a:prstGeom>
          <a:solidFill>
            <a:srgbClr val="D4A537"/>
          </a:solidFill>
          <a:ln/>
        </p:spPr>
      </p:sp>
      <p:pic>
        <p:nvPicPr>
          <p:cNvPr id="21" name="img0" descr="cache/cairo_skyline_952x552_0.18.png">    </p:cNvPr>
          <p:cNvPicPr>
            <a:picLocks noChangeAspect="1"/>
          </p:cNvPicPr>
          <p:nvPr/>
        </p:nvPicPr>
        <p:blipFill>
          <a:blip r:embed="rId5"/>
          <a:stretch>
            <a:fillRect/>
          </a:stretch>
        </p:blipFill>
        <p:spPr>
          <a:xfrm>
            <a:off x="6217920" y="3200400"/>
            <a:ext cx="5440680" cy="3154680"/>
          </a:xfrm>
          <a:prstGeom prst="rect">
            <a:avLst/>
          </a:prstGeom>
        </p:spPr>
      </p:pic>
      <p:pic>
        <p:nvPicPr>
          <p:cNvPr id="22" name="img1" descr="cache/pyramids_sunset_952x552_0.18.png">    </p:cNvPr>
          <p:cNvPicPr>
            <a:picLocks noChangeAspect="1"/>
          </p:cNvPicPr>
          <p:nvPr/>
        </p:nvPicPr>
        <p:blipFill>
          <a:blip r:embed="rId6"/>
          <a:stretch>
            <a:fillRect/>
          </a:stretch>
        </p:blipFill>
        <p:spPr>
          <a:xfrm>
            <a:off x="6217920" y="3200400"/>
            <a:ext cx="5440680" cy="3154680"/>
          </a:xfrm>
          <a:prstGeom prst="rect">
            <a:avLst/>
          </a:prstGeom>
        </p:spPr>
      </p:pic>
      <p:sp>
        <p:nvSpPr>
          <p:cNvPr id="23" name="b0_c"/>
          <p:cNvSpPr/>
          <p:nvPr/>
        </p:nvSpPr>
        <p:spPr>
          <a:xfrm>
            <a:off x="548640" y="3246120"/>
            <a:ext cx="685800" cy="685800"/>
          </a:xfrm>
          <a:prstGeom prst="ellipse">
            <a:avLst/>
          </a:prstGeom>
          <a:solidFill>
            <a:srgbClr val="2A9D8F"/>
          </a:solidFill>
          <a:ln w="19050">
            <a:solidFill>
              <a:srgbClr val="D4A537"/>
            </a:solidFill>
            <a:prstDash val="solid"/>
          </a:ln>
        </p:spPr>
      </p:sp>
      <p:pic>
        <p:nvPicPr>
          <p:cNvPr id="24" name="b0_i" descr="preencoded.png">    </p:cNvPr>
          <p:cNvPicPr>
            <a:picLocks noChangeAspect="1"/>
          </p:cNvPicPr>
          <p:nvPr/>
        </p:nvPicPr>
        <p:blipFill>
          <a:blip r:embed="rId7"/>
          <a:stretch>
            <a:fillRect/>
          </a:stretch>
        </p:blipFill>
        <p:spPr>
          <a:xfrm>
            <a:off x="685800" y="3383280"/>
            <a:ext cx="411480" cy="411480"/>
          </a:xfrm>
          <a:prstGeom prst="rect">
            <a:avLst/>
          </a:prstGeom>
        </p:spPr>
      </p:pic>
      <p:sp>
        <p:nvSpPr>
          <p:cNvPr id="25" name="bt0"/>
          <p:cNvSpPr txBox="1"/>
          <p:nvPr/>
        </p:nvSpPr>
        <p:spPr>
          <a:xfrm>
            <a:off x="1417320" y="3154680"/>
            <a:ext cx="4434840" cy="868680"/>
          </a:xfrm>
          <a:prstGeom prst="rect">
            <a:avLst/>
          </a:prstGeom>
          <a:noFill/>
          <a:ln/>
        </p:spPr>
        <p:txBody>
          <a:bodyPr wrap="square" lIns="0" tIns="0" rIns="0" bIns="0" rtlCol="0" anchor="ctr"/>
          <a:lstStyle/>
          <a:p>
            <a:pPr indent="0" marL="0">
              <a:buNone/>
            </a:pPr>
            <a:r>
              <a:rPr lang="en-US" sz="1600" dirty="0">
                <a:solidFill>
                  <a:srgbClr val="EADBC0"/>
                </a:solidFill>
                <a:latin typeface="Calibri" pitchFamily="34" charset="0"/>
                <a:ea typeface="Calibri" pitchFamily="34" charset="-122"/>
                <a:cs typeface="Calibri" pitchFamily="34" charset="-120"/>
              </a:rPr>
              <a:t>Marele Muzeu Egiptean (GEM), lângă Giza, inaugurat la 1 noiembrie 2025</a:t>
            </a:r>
            <a:endParaRPr lang="en-US" sz="1600" dirty="0"/>
          </a:p>
        </p:txBody>
      </p:sp>
      <p:sp>
        <p:nvSpPr>
          <p:cNvPr id="26" name="b1_c"/>
          <p:cNvSpPr/>
          <p:nvPr/>
        </p:nvSpPr>
        <p:spPr>
          <a:xfrm>
            <a:off x="548640" y="4297680"/>
            <a:ext cx="685800" cy="685800"/>
          </a:xfrm>
          <a:prstGeom prst="ellipse">
            <a:avLst/>
          </a:prstGeom>
          <a:solidFill>
            <a:srgbClr val="2A9D8F"/>
          </a:solidFill>
          <a:ln w="19050">
            <a:solidFill>
              <a:srgbClr val="D4A537"/>
            </a:solidFill>
            <a:prstDash val="solid"/>
          </a:ln>
        </p:spPr>
      </p:sp>
      <p:pic>
        <p:nvPicPr>
          <p:cNvPr id="27" name="b1_i" descr="preencoded.png">    </p:cNvPr>
          <p:cNvPicPr>
            <a:picLocks noChangeAspect="1"/>
          </p:cNvPicPr>
          <p:nvPr/>
        </p:nvPicPr>
        <p:blipFill>
          <a:blip r:embed="rId8"/>
          <a:stretch>
            <a:fillRect/>
          </a:stretch>
        </p:blipFill>
        <p:spPr>
          <a:xfrm>
            <a:off x="685800" y="4434840"/>
            <a:ext cx="411480" cy="411480"/>
          </a:xfrm>
          <a:prstGeom prst="rect">
            <a:avLst/>
          </a:prstGeom>
        </p:spPr>
      </p:pic>
      <p:sp>
        <p:nvSpPr>
          <p:cNvPr id="28" name="bt1"/>
          <p:cNvSpPr txBox="1"/>
          <p:nvPr/>
        </p:nvSpPr>
        <p:spPr>
          <a:xfrm>
            <a:off x="1417320" y="4206240"/>
            <a:ext cx="4434840" cy="868680"/>
          </a:xfrm>
          <a:prstGeom prst="rect">
            <a:avLst/>
          </a:prstGeom>
          <a:noFill/>
          <a:ln/>
        </p:spPr>
        <p:txBody>
          <a:bodyPr wrap="square" lIns="0" tIns="0" rIns="0" bIns="0" rtlCol="0" anchor="ctr"/>
          <a:lstStyle/>
          <a:p>
            <a:pPr indent="0" marL="0">
              <a:buNone/>
            </a:pPr>
            <a:r>
              <a:rPr lang="en-US" sz="1600" dirty="0">
                <a:solidFill>
                  <a:srgbClr val="EADBC0"/>
                </a:solidFill>
                <a:latin typeface="Calibri" pitchFamily="34" charset="0"/>
                <a:ea typeface="Calibri" pitchFamily="34" charset="-122"/>
                <a:cs typeface="Calibri" pitchFamily="34" charset="-120"/>
              </a:rPr>
              <a:t>Record: aproximativ 19 milioane de turiști în 2025</a:t>
            </a:r>
            <a:endParaRPr lang="en-US" sz="1600" dirty="0"/>
          </a:p>
        </p:txBody>
      </p:sp>
      <p:sp>
        <p:nvSpPr>
          <p:cNvPr id="29" name="b2_c"/>
          <p:cNvSpPr/>
          <p:nvPr/>
        </p:nvSpPr>
        <p:spPr>
          <a:xfrm>
            <a:off x="548640" y="5349240"/>
            <a:ext cx="685800" cy="685800"/>
          </a:xfrm>
          <a:prstGeom prst="ellipse">
            <a:avLst/>
          </a:prstGeom>
          <a:solidFill>
            <a:srgbClr val="2A9D8F"/>
          </a:solidFill>
          <a:ln w="19050">
            <a:solidFill>
              <a:srgbClr val="D4A537"/>
            </a:solidFill>
            <a:prstDash val="solid"/>
          </a:ln>
        </p:spPr>
      </p:sp>
      <p:pic>
        <p:nvPicPr>
          <p:cNvPr id="30" name="b2_i" descr="preencoded.png">    </p:cNvPr>
          <p:cNvPicPr>
            <a:picLocks noChangeAspect="1"/>
          </p:cNvPicPr>
          <p:nvPr/>
        </p:nvPicPr>
        <p:blipFill>
          <a:blip r:embed="rId9"/>
          <a:stretch>
            <a:fillRect/>
          </a:stretch>
        </p:blipFill>
        <p:spPr>
          <a:xfrm>
            <a:off x="685800" y="5486400"/>
            <a:ext cx="411480" cy="411480"/>
          </a:xfrm>
          <a:prstGeom prst="rect">
            <a:avLst/>
          </a:prstGeom>
        </p:spPr>
      </p:pic>
      <p:sp>
        <p:nvSpPr>
          <p:cNvPr id="31" name="bt2"/>
          <p:cNvSpPr txBox="1"/>
          <p:nvPr/>
        </p:nvSpPr>
        <p:spPr>
          <a:xfrm>
            <a:off x="1417320" y="5257800"/>
            <a:ext cx="4434840" cy="868680"/>
          </a:xfrm>
          <a:prstGeom prst="rect">
            <a:avLst/>
          </a:prstGeom>
          <a:noFill/>
          <a:ln/>
        </p:spPr>
        <p:txBody>
          <a:bodyPr wrap="square" lIns="0" tIns="0" rIns="0" bIns="0" rtlCol="0" anchor="ctr"/>
          <a:lstStyle/>
          <a:p>
            <a:pPr indent="0" marL="0">
              <a:buNone/>
            </a:pPr>
            <a:r>
              <a:rPr lang="en-US" sz="1600" dirty="0">
                <a:solidFill>
                  <a:srgbClr val="EADBC0"/>
                </a:solidFill>
                <a:latin typeface="Calibri" pitchFamily="34" charset="0"/>
                <a:ea typeface="Calibri" pitchFamily="34" charset="-122"/>
                <a:cs typeface="Calibri" pitchFamily="34" charset="-120"/>
              </a:rPr>
              <a:t>Turismul și Canalul Suez: surse-cheie de venit</a:t>
            </a:r>
            <a:endParaRPr lang="en-US" sz="1600" dirty="0"/>
          </a:p>
        </p:txBody>
      </p:sp>
    </p:spTree>
  </p:cSld>
  <p:clrMapOvr>
    <a:masterClrMapping/>
  </p:clrMapOvr>
  <p:transition spd="slow">
    <p:cover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00" fill="hold" decel="100000"/>
                                        <p:tgtEl>
                                          <p:spTgt spid="3"/>
                                        </p:tgtEl>
                                        <p:attrNameLst>
                                          <p:attrName>ppt_x</p:attrName>
                                        </p:attrNameLst>
                                      </p:cBhvr>
                                      <p:tavLst>
                                        <p:tav tm="0">
                                          <p:val>
                                            <p:strVal val="0-#ppt_w/2"/>
                                          </p:val>
                                        </p:tav>
                                        <p:tav tm="100000">
                                          <p:val>
                                            <p:strVal val="#ppt_x"/>
                                          </p:val>
                                        </p:tav>
                                      </p:tavLst>
                                    </p:anim>
                                    <p:anim calcmode="lin" valueType="num">
                                      <p:cBhvr additive="base">
                                        <p:cTn id="8" dur="700" fill="hold" decel="100000"/>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600"/>
                            </p:stCondLst>
                            <p:childTnLst>
                              <p:par>
                                <p:cTn id="10" presetID="2" presetClass="entr" presetSubtype="4"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600" fill="hold" decel="100000"/>
                                        <p:tgtEl>
                                          <p:spTgt spid="4"/>
                                        </p:tgtEl>
                                        <p:attrNameLst>
                                          <p:attrName>ppt_x</p:attrName>
                                        </p:attrNameLst>
                                      </p:cBhvr>
                                      <p:tavLst>
                                        <p:tav tm="0">
                                          <p:val>
                                            <p:strVal val="#ppt_x"/>
                                          </p:val>
                                        </p:tav>
                                        <p:tav tm="100000">
                                          <p:val>
                                            <p:strVal val="#ppt_x"/>
                                          </p:val>
                                        </p:tav>
                                      </p:tavLst>
                                    </p:anim>
                                    <p:anim calcmode="lin" valueType="num">
                                      <p:cBhvr additive="base">
                                        <p:cTn id="13" dur="600" fill="hold" decel="100000"/>
                                        <p:tgtEl>
                                          <p:spTgt spid="4"/>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600" fill="hold" decel="100000"/>
                                        <p:tgtEl>
                                          <p:spTgt spid="5"/>
                                        </p:tgtEl>
                                        <p:attrNameLst>
                                          <p:attrName>ppt_x</p:attrName>
                                        </p:attrNameLst>
                                      </p:cBhvr>
                                      <p:tavLst>
                                        <p:tav tm="0">
                                          <p:val>
                                            <p:strVal val="#ppt_x"/>
                                          </p:val>
                                        </p:tav>
                                        <p:tav tm="100000">
                                          <p:val>
                                            <p:strVal val="#ppt_x"/>
                                          </p:val>
                                        </p:tav>
                                      </p:tavLst>
                                    </p:anim>
                                    <p:anim calcmode="lin" valueType="num">
                                      <p:cBhvr additive="base">
                                        <p:cTn id="17" dur="600" fill="hold" decel="100000"/>
                                        <p:tgtEl>
                                          <p:spTgt spid="5"/>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additive="base">
                                        <p:cTn id="20" dur="600" fill="hold" decel="100000"/>
                                        <p:tgtEl>
                                          <p:spTgt spid="6"/>
                                        </p:tgtEl>
                                        <p:attrNameLst>
                                          <p:attrName>ppt_x</p:attrName>
                                        </p:attrNameLst>
                                      </p:cBhvr>
                                      <p:tavLst>
                                        <p:tav tm="0">
                                          <p:val>
                                            <p:strVal val="#ppt_x"/>
                                          </p:val>
                                        </p:tav>
                                        <p:tav tm="100000">
                                          <p:val>
                                            <p:strVal val="#ppt_x"/>
                                          </p:val>
                                        </p:tav>
                                      </p:tavLst>
                                    </p:anim>
                                    <p:anim calcmode="lin" valueType="num">
                                      <p:cBhvr additive="base">
                                        <p:cTn id="21" dur="600" fill="hold" decel="100000"/>
                                        <p:tgtEl>
                                          <p:spTgt spid="6"/>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600" fill="hold" decel="100000"/>
                                        <p:tgtEl>
                                          <p:spTgt spid="7"/>
                                        </p:tgtEl>
                                        <p:attrNameLst>
                                          <p:attrName>ppt_x</p:attrName>
                                        </p:attrNameLst>
                                      </p:cBhvr>
                                      <p:tavLst>
                                        <p:tav tm="0">
                                          <p:val>
                                            <p:strVal val="#ppt_x"/>
                                          </p:val>
                                        </p:tav>
                                        <p:tav tm="100000">
                                          <p:val>
                                            <p:strVal val="#ppt_x"/>
                                          </p:val>
                                        </p:tav>
                                      </p:tavLst>
                                    </p:anim>
                                    <p:anim calcmode="lin" valueType="num">
                                      <p:cBhvr additive="base">
                                        <p:cTn id="25" dur="600" fill="hold" decel="100000"/>
                                        <p:tgtEl>
                                          <p:spTgt spid="7"/>
                                        </p:tgtEl>
                                        <p:attrNameLst>
                                          <p:attrName>ppt_y</p:attrName>
                                        </p:attrNameLst>
                                      </p:cBhvr>
                                      <p:tavLst>
                                        <p:tav tm="0">
                                          <p:val>
                                            <p:strVal val="1+#ppt_h/2"/>
                                          </p:val>
                                        </p:tav>
                                        <p:tav tm="100000">
                                          <p:val>
                                            <p:strVal val="#ppt_y"/>
                                          </p:val>
                                        </p:tav>
                                      </p:tavLst>
                                    </p:anim>
                                  </p:childTnLst>
                                </p:cTn>
                              </p:par>
                            </p:childTnLst>
                          </p:cTn>
                        </p:par>
                        <p:par>
                          <p:cTn id="26" fill="hold">
                            <p:stCondLst>
                              <p:cond delay="1000"/>
                            </p:stCondLst>
                            <p:childTnLst>
                              <p:par>
                                <p:cTn id="27" presetID="2" presetClass="entr" presetSubtype="4"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600" fill="hold" decel="100000"/>
                                        <p:tgtEl>
                                          <p:spTgt spid="8"/>
                                        </p:tgtEl>
                                        <p:attrNameLst>
                                          <p:attrName>ppt_x</p:attrName>
                                        </p:attrNameLst>
                                      </p:cBhvr>
                                      <p:tavLst>
                                        <p:tav tm="0">
                                          <p:val>
                                            <p:strVal val="#ppt_x"/>
                                          </p:val>
                                        </p:tav>
                                        <p:tav tm="100000">
                                          <p:val>
                                            <p:strVal val="#ppt_x"/>
                                          </p:val>
                                        </p:tav>
                                      </p:tavLst>
                                    </p:anim>
                                    <p:anim calcmode="lin" valueType="num">
                                      <p:cBhvr additive="base">
                                        <p:cTn id="30" dur="600" fill="hold" decel="100000"/>
                                        <p:tgtEl>
                                          <p:spTgt spid="8"/>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additive="base">
                                        <p:cTn id="33" dur="600" fill="hold" decel="100000"/>
                                        <p:tgtEl>
                                          <p:spTgt spid="9"/>
                                        </p:tgtEl>
                                        <p:attrNameLst>
                                          <p:attrName>ppt_x</p:attrName>
                                        </p:attrNameLst>
                                      </p:cBhvr>
                                      <p:tavLst>
                                        <p:tav tm="0">
                                          <p:val>
                                            <p:strVal val="#ppt_x"/>
                                          </p:val>
                                        </p:tav>
                                        <p:tav tm="100000">
                                          <p:val>
                                            <p:strVal val="#ppt_x"/>
                                          </p:val>
                                        </p:tav>
                                      </p:tavLst>
                                    </p:anim>
                                    <p:anim calcmode="lin" valueType="num">
                                      <p:cBhvr additive="base">
                                        <p:cTn id="34" dur="600" fill="hold" decel="100000"/>
                                        <p:tgtEl>
                                          <p:spTgt spid="9"/>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600" fill="hold" decel="100000"/>
                                        <p:tgtEl>
                                          <p:spTgt spid="10"/>
                                        </p:tgtEl>
                                        <p:attrNameLst>
                                          <p:attrName>ppt_x</p:attrName>
                                        </p:attrNameLst>
                                      </p:cBhvr>
                                      <p:tavLst>
                                        <p:tav tm="0">
                                          <p:val>
                                            <p:strVal val="#ppt_x"/>
                                          </p:val>
                                        </p:tav>
                                        <p:tav tm="100000">
                                          <p:val>
                                            <p:strVal val="#ppt_x"/>
                                          </p:val>
                                        </p:tav>
                                      </p:tavLst>
                                    </p:anim>
                                    <p:anim calcmode="lin" valueType="num">
                                      <p:cBhvr additive="base">
                                        <p:cTn id="38" dur="600" fill="hold" decel="100000"/>
                                        <p:tgtEl>
                                          <p:spTgt spid="10"/>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600" fill="hold" decel="100000"/>
                                        <p:tgtEl>
                                          <p:spTgt spid="11"/>
                                        </p:tgtEl>
                                        <p:attrNameLst>
                                          <p:attrName>ppt_x</p:attrName>
                                        </p:attrNameLst>
                                      </p:cBhvr>
                                      <p:tavLst>
                                        <p:tav tm="0">
                                          <p:val>
                                            <p:strVal val="#ppt_x"/>
                                          </p:val>
                                        </p:tav>
                                        <p:tav tm="100000">
                                          <p:val>
                                            <p:strVal val="#ppt_x"/>
                                          </p:val>
                                        </p:tav>
                                      </p:tavLst>
                                    </p:anim>
                                    <p:anim calcmode="lin" valueType="num">
                                      <p:cBhvr additive="base">
                                        <p:cTn id="42" dur="600" fill="hold" decel="100000"/>
                                        <p:tgtEl>
                                          <p:spTgt spid="11"/>
                                        </p:tgtEl>
                                        <p:attrNameLst>
                                          <p:attrName>ppt_y</p:attrName>
                                        </p:attrNameLst>
                                      </p:cBhvr>
                                      <p:tavLst>
                                        <p:tav tm="0">
                                          <p:val>
                                            <p:strVal val="1+#ppt_h/2"/>
                                          </p:val>
                                        </p:tav>
                                        <p:tav tm="100000">
                                          <p:val>
                                            <p:strVal val="#ppt_y"/>
                                          </p:val>
                                        </p:tav>
                                      </p:tavLst>
                                    </p:anim>
                                  </p:childTnLst>
                                </p:cTn>
                              </p:par>
                            </p:childTnLst>
                          </p:cTn>
                        </p:par>
                        <p:par>
                          <p:cTn id="43" fill="hold">
                            <p:stCondLst>
                              <p:cond delay="1400"/>
                            </p:stCondLst>
                            <p:childTnLst>
                              <p:par>
                                <p:cTn id="44" presetID="2" presetClass="entr" presetSubtype="4" fill="hold" grpId="0" nodeType="afterEffect">
                                  <p:stCondLst>
                                    <p:cond delay="0"/>
                                  </p:stCondLst>
                                  <p:childTnLst>
                                    <p:set>
                                      <p:cBhvr>
                                        <p:cTn id="45" dur="1" fill="hold">
                                          <p:stCondLst>
                                            <p:cond delay="0"/>
                                          </p:stCondLst>
                                        </p:cTn>
                                        <p:tgtEl>
                                          <p:spTgt spid="12"/>
                                        </p:tgtEl>
                                        <p:attrNameLst>
                                          <p:attrName>style.visibility</p:attrName>
                                        </p:attrNameLst>
                                      </p:cBhvr>
                                      <p:to>
                                        <p:strVal val="visible"/>
                                      </p:to>
                                    </p:set>
                                    <p:anim calcmode="lin" valueType="num">
                                      <p:cBhvr additive="base">
                                        <p:cTn id="46" dur="600" fill="hold" decel="100000"/>
                                        <p:tgtEl>
                                          <p:spTgt spid="12"/>
                                        </p:tgtEl>
                                        <p:attrNameLst>
                                          <p:attrName>ppt_x</p:attrName>
                                        </p:attrNameLst>
                                      </p:cBhvr>
                                      <p:tavLst>
                                        <p:tav tm="0">
                                          <p:val>
                                            <p:strVal val="#ppt_x"/>
                                          </p:val>
                                        </p:tav>
                                        <p:tav tm="100000">
                                          <p:val>
                                            <p:strVal val="#ppt_x"/>
                                          </p:val>
                                        </p:tav>
                                      </p:tavLst>
                                    </p:anim>
                                    <p:anim calcmode="lin" valueType="num">
                                      <p:cBhvr additive="base">
                                        <p:cTn id="47" dur="600" fill="hold" decel="100000"/>
                                        <p:tgtEl>
                                          <p:spTgt spid="12"/>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13"/>
                                        </p:tgtEl>
                                        <p:attrNameLst>
                                          <p:attrName>style.visibility</p:attrName>
                                        </p:attrNameLst>
                                      </p:cBhvr>
                                      <p:to>
                                        <p:strVal val="visible"/>
                                      </p:to>
                                    </p:set>
                                    <p:anim calcmode="lin" valueType="num">
                                      <p:cBhvr additive="base">
                                        <p:cTn id="50" dur="600" fill="hold" decel="100000"/>
                                        <p:tgtEl>
                                          <p:spTgt spid="13"/>
                                        </p:tgtEl>
                                        <p:attrNameLst>
                                          <p:attrName>ppt_x</p:attrName>
                                        </p:attrNameLst>
                                      </p:cBhvr>
                                      <p:tavLst>
                                        <p:tav tm="0">
                                          <p:val>
                                            <p:strVal val="#ppt_x"/>
                                          </p:val>
                                        </p:tav>
                                        <p:tav tm="100000">
                                          <p:val>
                                            <p:strVal val="#ppt_x"/>
                                          </p:val>
                                        </p:tav>
                                      </p:tavLst>
                                    </p:anim>
                                    <p:anim calcmode="lin" valueType="num">
                                      <p:cBhvr additive="base">
                                        <p:cTn id="51" dur="600" fill="hold" decel="100000"/>
                                        <p:tgtEl>
                                          <p:spTgt spid="13"/>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anim calcmode="lin" valueType="num">
                                      <p:cBhvr additive="base">
                                        <p:cTn id="54" dur="600" fill="hold" decel="100000"/>
                                        <p:tgtEl>
                                          <p:spTgt spid="14"/>
                                        </p:tgtEl>
                                        <p:attrNameLst>
                                          <p:attrName>ppt_x</p:attrName>
                                        </p:attrNameLst>
                                      </p:cBhvr>
                                      <p:tavLst>
                                        <p:tav tm="0">
                                          <p:val>
                                            <p:strVal val="#ppt_x"/>
                                          </p:val>
                                        </p:tav>
                                        <p:tav tm="100000">
                                          <p:val>
                                            <p:strVal val="#ppt_x"/>
                                          </p:val>
                                        </p:tav>
                                      </p:tavLst>
                                    </p:anim>
                                    <p:anim calcmode="lin" valueType="num">
                                      <p:cBhvr additive="base">
                                        <p:cTn id="55" dur="600" fill="hold" decel="100000"/>
                                        <p:tgtEl>
                                          <p:spTgt spid="14"/>
                                        </p:tgtEl>
                                        <p:attrNameLst>
                                          <p:attrName>ppt_y</p:attrName>
                                        </p:attrNameLst>
                                      </p:cBhvr>
                                      <p:tavLst>
                                        <p:tav tm="0">
                                          <p:val>
                                            <p:strVal val="1+#ppt_h/2"/>
                                          </p:val>
                                        </p:tav>
                                        <p:tav tm="100000">
                                          <p:val>
                                            <p:strVal val="#ppt_y"/>
                                          </p:val>
                                        </p:tav>
                                      </p:tavLst>
                                    </p:anim>
                                  </p:childTnLst>
                                </p:cTn>
                              </p:par>
                              <p:par>
                                <p:cTn id="56" presetID="2" presetClass="entr" presetSubtype="4" fill="hold" grpId="0" nodeType="withEffect">
                                  <p:stCondLst>
                                    <p:cond delay="0"/>
                                  </p:stCondLst>
                                  <p:childTnLst>
                                    <p:set>
                                      <p:cBhvr>
                                        <p:cTn id="57" dur="1" fill="hold">
                                          <p:stCondLst>
                                            <p:cond delay="0"/>
                                          </p:stCondLst>
                                        </p:cTn>
                                        <p:tgtEl>
                                          <p:spTgt spid="15"/>
                                        </p:tgtEl>
                                        <p:attrNameLst>
                                          <p:attrName>style.visibility</p:attrName>
                                        </p:attrNameLst>
                                      </p:cBhvr>
                                      <p:to>
                                        <p:strVal val="visible"/>
                                      </p:to>
                                    </p:set>
                                    <p:anim calcmode="lin" valueType="num">
                                      <p:cBhvr additive="base">
                                        <p:cTn id="58" dur="600" fill="hold" decel="100000"/>
                                        <p:tgtEl>
                                          <p:spTgt spid="15"/>
                                        </p:tgtEl>
                                        <p:attrNameLst>
                                          <p:attrName>ppt_x</p:attrName>
                                        </p:attrNameLst>
                                      </p:cBhvr>
                                      <p:tavLst>
                                        <p:tav tm="0">
                                          <p:val>
                                            <p:strVal val="#ppt_x"/>
                                          </p:val>
                                        </p:tav>
                                        <p:tav tm="100000">
                                          <p:val>
                                            <p:strVal val="#ppt_x"/>
                                          </p:val>
                                        </p:tav>
                                      </p:tavLst>
                                    </p:anim>
                                    <p:anim calcmode="lin" valueType="num">
                                      <p:cBhvr additive="base">
                                        <p:cTn id="59" dur="600" fill="hold" decel="100000"/>
                                        <p:tgtEl>
                                          <p:spTgt spid="15"/>
                                        </p:tgtEl>
                                        <p:attrNameLst>
                                          <p:attrName>ppt_y</p:attrName>
                                        </p:attrNameLst>
                                      </p:cBhvr>
                                      <p:tavLst>
                                        <p:tav tm="0">
                                          <p:val>
                                            <p:strVal val="1+#ppt_h/2"/>
                                          </p:val>
                                        </p:tav>
                                        <p:tav tm="100000">
                                          <p:val>
                                            <p:strVal val="#ppt_y"/>
                                          </p:val>
                                        </p:tav>
                                      </p:tavLst>
                                    </p:anim>
                                  </p:childTnLst>
                                </p:cTn>
                              </p:par>
                            </p:childTnLst>
                          </p:cTn>
                        </p:par>
                        <p:par>
                          <p:cTn id="60" fill="hold">
                            <p:stCondLst>
                              <p:cond delay="1800"/>
                            </p:stCondLst>
                            <p:childTnLst>
                              <p:par>
                                <p:cTn id="61" presetID="2" presetClass="entr" presetSubtype="4" fill="hold" grpId="0" nodeType="after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additive="base">
                                        <p:cTn id="63" dur="600" fill="hold" decel="100000"/>
                                        <p:tgtEl>
                                          <p:spTgt spid="16"/>
                                        </p:tgtEl>
                                        <p:attrNameLst>
                                          <p:attrName>ppt_x</p:attrName>
                                        </p:attrNameLst>
                                      </p:cBhvr>
                                      <p:tavLst>
                                        <p:tav tm="0">
                                          <p:val>
                                            <p:strVal val="#ppt_x"/>
                                          </p:val>
                                        </p:tav>
                                        <p:tav tm="100000">
                                          <p:val>
                                            <p:strVal val="#ppt_x"/>
                                          </p:val>
                                        </p:tav>
                                      </p:tavLst>
                                    </p:anim>
                                    <p:anim calcmode="lin" valueType="num">
                                      <p:cBhvr additive="base">
                                        <p:cTn id="64" dur="600" fill="hold" decel="100000"/>
                                        <p:tgtEl>
                                          <p:spTgt spid="16"/>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17"/>
                                        </p:tgtEl>
                                        <p:attrNameLst>
                                          <p:attrName>style.visibility</p:attrName>
                                        </p:attrNameLst>
                                      </p:cBhvr>
                                      <p:to>
                                        <p:strVal val="visible"/>
                                      </p:to>
                                    </p:set>
                                    <p:anim calcmode="lin" valueType="num">
                                      <p:cBhvr additive="base">
                                        <p:cTn id="67" dur="600" fill="hold" decel="100000"/>
                                        <p:tgtEl>
                                          <p:spTgt spid="17"/>
                                        </p:tgtEl>
                                        <p:attrNameLst>
                                          <p:attrName>ppt_x</p:attrName>
                                        </p:attrNameLst>
                                      </p:cBhvr>
                                      <p:tavLst>
                                        <p:tav tm="0">
                                          <p:val>
                                            <p:strVal val="#ppt_x"/>
                                          </p:val>
                                        </p:tav>
                                        <p:tav tm="100000">
                                          <p:val>
                                            <p:strVal val="#ppt_x"/>
                                          </p:val>
                                        </p:tav>
                                      </p:tavLst>
                                    </p:anim>
                                    <p:anim calcmode="lin" valueType="num">
                                      <p:cBhvr additive="base">
                                        <p:cTn id="68" dur="600" fill="hold" decel="100000"/>
                                        <p:tgtEl>
                                          <p:spTgt spid="17"/>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18"/>
                                        </p:tgtEl>
                                        <p:attrNameLst>
                                          <p:attrName>style.visibility</p:attrName>
                                        </p:attrNameLst>
                                      </p:cBhvr>
                                      <p:to>
                                        <p:strVal val="visible"/>
                                      </p:to>
                                    </p:set>
                                    <p:anim calcmode="lin" valueType="num">
                                      <p:cBhvr additive="base">
                                        <p:cTn id="71" dur="600" fill="hold" decel="100000"/>
                                        <p:tgtEl>
                                          <p:spTgt spid="18"/>
                                        </p:tgtEl>
                                        <p:attrNameLst>
                                          <p:attrName>ppt_x</p:attrName>
                                        </p:attrNameLst>
                                      </p:cBhvr>
                                      <p:tavLst>
                                        <p:tav tm="0">
                                          <p:val>
                                            <p:strVal val="#ppt_x"/>
                                          </p:val>
                                        </p:tav>
                                        <p:tav tm="100000">
                                          <p:val>
                                            <p:strVal val="#ppt_x"/>
                                          </p:val>
                                        </p:tav>
                                      </p:tavLst>
                                    </p:anim>
                                    <p:anim calcmode="lin" valueType="num">
                                      <p:cBhvr additive="base">
                                        <p:cTn id="72" dur="600" fill="hold" decel="100000"/>
                                        <p:tgtEl>
                                          <p:spTgt spid="18"/>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19"/>
                                        </p:tgtEl>
                                        <p:attrNameLst>
                                          <p:attrName>style.visibility</p:attrName>
                                        </p:attrNameLst>
                                      </p:cBhvr>
                                      <p:to>
                                        <p:strVal val="visible"/>
                                      </p:to>
                                    </p:set>
                                    <p:anim calcmode="lin" valueType="num">
                                      <p:cBhvr additive="base">
                                        <p:cTn id="75" dur="600" fill="hold" decel="100000"/>
                                        <p:tgtEl>
                                          <p:spTgt spid="19"/>
                                        </p:tgtEl>
                                        <p:attrNameLst>
                                          <p:attrName>ppt_x</p:attrName>
                                        </p:attrNameLst>
                                      </p:cBhvr>
                                      <p:tavLst>
                                        <p:tav tm="0">
                                          <p:val>
                                            <p:strVal val="#ppt_x"/>
                                          </p:val>
                                        </p:tav>
                                        <p:tav tm="100000">
                                          <p:val>
                                            <p:strVal val="#ppt_x"/>
                                          </p:val>
                                        </p:tav>
                                      </p:tavLst>
                                    </p:anim>
                                    <p:anim calcmode="lin" valueType="num">
                                      <p:cBhvr additive="base">
                                        <p:cTn id="76" dur="600" fill="hold" decel="100000"/>
                                        <p:tgtEl>
                                          <p:spTgt spid="19"/>
                                        </p:tgtEl>
                                        <p:attrNameLst>
                                          <p:attrName>ppt_y</p:attrName>
                                        </p:attrNameLst>
                                      </p:cBhvr>
                                      <p:tavLst>
                                        <p:tav tm="0">
                                          <p:val>
                                            <p:strVal val="1+#ppt_h/2"/>
                                          </p:val>
                                        </p:tav>
                                        <p:tav tm="100000">
                                          <p:val>
                                            <p:strVal val="#ppt_y"/>
                                          </p:val>
                                        </p:tav>
                                      </p:tavLst>
                                    </p:anim>
                                  </p:childTnLst>
                                </p:cTn>
                              </p:par>
                            </p:childTnLst>
                          </p:cTn>
                        </p:par>
                        <p:par>
                          <p:cTn id="77" fill="hold">
                            <p:stCondLst>
                              <p:cond delay="2200"/>
                            </p:stCondLst>
                            <p:childTnLst>
                              <p:par>
                                <p:cTn id="78" presetID="10" presetClass="entr" presetSubtype="0" fill="hold" grpId="0" nodeType="afterEffect">
                                  <p:stCondLst>
                                    <p:cond delay="0"/>
                                  </p:stCondLst>
                                  <p:childTnLst>
                                    <p:set>
                                      <p:cBhvr>
                                        <p:cTn id="79" dur="1" fill="hold">
                                          <p:stCondLst>
                                            <p:cond delay="0"/>
                                          </p:stCondLst>
                                        </p:cTn>
                                        <p:tgtEl>
                                          <p:spTgt spid="20"/>
                                        </p:tgtEl>
                                        <p:attrNameLst>
                                          <p:attrName>style.visibility</p:attrName>
                                        </p:attrNameLst>
                                      </p:cBhvr>
                                      <p:to>
                                        <p:strVal val="visible"/>
                                      </p:to>
                                    </p:set>
                                    <p:animEffect transition="in" filter="fade">
                                      <p:cBhvr>
                                        <p:cTn id="80" dur="500"/>
                                        <p:tgtEl>
                                          <p:spTgt spid="20"/>
                                        </p:tgtEl>
                                      </p:cBhvr>
                                    </p:animEffect>
                                  </p:childTnLst>
                                </p:cTn>
                              </p:par>
                              <p:par>
                                <p:cTn id="81" presetID="53" presetClass="entr" presetSubtype="16" fill="hold" grpId="0" nodeType="withEffect">
                                  <p:stCondLst>
                                    <p:cond delay="0"/>
                                  </p:stCondLst>
                                  <p:childTnLst>
                                    <p:set>
                                      <p:cBhvr>
                                        <p:cTn id="82" dur="1" fill="hold">
                                          <p:stCondLst>
                                            <p:cond delay="0"/>
                                          </p:stCondLst>
                                        </p:cTn>
                                        <p:tgtEl>
                                          <p:spTgt spid="21"/>
                                        </p:tgtEl>
                                        <p:attrNameLst>
                                          <p:attrName>style.visibility</p:attrName>
                                        </p:attrNameLst>
                                      </p:cBhvr>
                                      <p:to>
                                        <p:strVal val="visible"/>
                                      </p:to>
                                    </p:set>
                                    <p:anim calcmode="lin" valueType="num">
                                      <p:cBhvr additive="base">
                                        <p:cTn id="83" dur="700" fill="hold" decel="100000"/>
                                        <p:tgtEl>
                                          <p:spTgt spid="21"/>
                                        </p:tgtEl>
                                        <p:attrNameLst>
                                          <p:attrName>ppt_w</p:attrName>
                                        </p:attrNameLst>
                                      </p:cBhvr>
                                      <p:tavLst>
                                        <p:tav tm="0">
                                          <p:val>
                                            <p:strVal val="0"/>
                                          </p:val>
                                        </p:tav>
                                        <p:tav tm="100000">
                                          <p:val>
                                            <p:strVal val="#ppt_w"/>
                                          </p:val>
                                        </p:tav>
                                      </p:tavLst>
                                    </p:anim>
                                    <p:anim calcmode="lin" valueType="num">
                                      <p:cBhvr additive="base">
                                        <p:cTn id="84" dur="700" fill="hold" decel="100000"/>
                                        <p:tgtEl>
                                          <p:spTgt spid="21"/>
                                        </p:tgtEl>
                                        <p:attrNameLst>
                                          <p:attrName>ppt_h</p:attrName>
                                        </p:attrNameLst>
                                      </p:cBhvr>
                                      <p:tavLst>
                                        <p:tav tm="0">
                                          <p:val>
                                            <p:strVal val="0"/>
                                          </p:val>
                                        </p:tav>
                                        <p:tav tm="100000">
                                          <p:val>
                                            <p:strVal val="#ppt_h"/>
                                          </p:val>
                                        </p:tav>
                                      </p:tavLst>
                                    </p:anim>
                                    <p:animEffect transition="in" filter="fade">
                                      <p:cBhvr>
                                        <p:cTn id="85" dur="700"/>
                                        <p:tgtEl>
                                          <p:spTgt spid="21"/>
                                        </p:tgtEl>
                                      </p:cBhvr>
                                    </p:animEffect>
                                  </p:childTnLst>
                                </p:cTn>
                              </p:par>
                            </p:childTnLst>
                          </p:cTn>
                        </p:par>
                        <p:par>
                          <p:cTn id="86" fill="hold">
                            <p:stCondLst>
                              <p:cond delay="2800"/>
                            </p:stCondLst>
                            <p:childTnLst>
                              <p:par>
                                <p:cTn id="87" presetID="53" presetClass="entr" presetSubtype="16" fill="hold" grpId="0" nodeType="afterEffect">
                                  <p:stCondLst>
                                    <p:cond delay="0"/>
                                  </p:stCondLst>
                                  <p:childTnLst>
                                    <p:set>
                                      <p:cBhvr>
                                        <p:cTn id="88" dur="1" fill="hold">
                                          <p:stCondLst>
                                            <p:cond delay="0"/>
                                          </p:stCondLst>
                                        </p:cTn>
                                        <p:tgtEl>
                                          <p:spTgt spid="23"/>
                                        </p:tgtEl>
                                        <p:attrNameLst>
                                          <p:attrName>style.visibility</p:attrName>
                                        </p:attrNameLst>
                                      </p:cBhvr>
                                      <p:to>
                                        <p:strVal val="visible"/>
                                      </p:to>
                                    </p:set>
                                    <p:anim calcmode="lin" valueType="num">
                                      <p:cBhvr additive="base">
                                        <p:cTn id="89" dur="500" fill="hold" decel="100000"/>
                                        <p:tgtEl>
                                          <p:spTgt spid="23"/>
                                        </p:tgtEl>
                                        <p:attrNameLst>
                                          <p:attrName>ppt_w</p:attrName>
                                        </p:attrNameLst>
                                      </p:cBhvr>
                                      <p:tavLst>
                                        <p:tav tm="0">
                                          <p:val>
                                            <p:strVal val="0"/>
                                          </p:val>
                                        </p:tav>
                                        <p:tav tm="100000">
                                          <p:val>
                                            <p:strVal val="#ppt_w"/>
                                          </p:val>
                                        </p:tav>
                                      </p:tavLst>
                                    </p:anim>
                                    <p:anim calcmode="lin" valueType="num">
                                      <p:cBhvr additive="base">
                                        <p:cTn id="90" dur="500" fill="hold" decel="100000"/>
                                        <p:tgtEl>
                                          <p:spTgt spid="23"/>
                                        </p:tgtEl>
                                        <p:attrNameLst>
                                          <p:attrName>ppt_h</p:attrName>
                                        </p:attrNameLst>
                                      </p:cBhvr>
                                      <p:tavLst>
                                        <p:tav tm="0">
                                          <p:val>
                                            <p:strVal val="0"/>
                                          </p:val>
                                        </p:tav>
                                        <p:tav tm="100000">
                                          <p:val>
                                            <p:strVal val="#ppt_h"/>
                                          </p:val>
                                        </p:tav>
                                      </p:tavLst>
                                    </p:anim>
                                    <p:animEffect transition="in" filter="fade">
                                      <p:cBhvr>
                                        <p:cTn id="91" dur="500"/>
                                        <p:tgtEl>
                                          <p:spTgt spid="23"/>
                                        </p:tgtEl>
                                      </p:cBhvr>
                                    </p:animEffect>
                                  </p:childTnLst>
                                </p:cTn>
                              </p:par>
                              <p:par>
                                <p:cTn id="92" presetID="53" presetClass="entr" presetSubtype="16" fill="hold" grpId="0" nodeType="withEffect">
                                  <p:stCondLst>
                                    <p:cond delay="0"/>
                                  </p:stCondLst>
                                  <p:childTnLst>
                                    <p:set>
                                      <p:cBhvr>
                                        <p:cTn id="93" dur="1" fill="hold">
                                          <p:stCondLst>
                                            <p:cond delay="0"/>
                                          </p:stCondLst>
                                        </p:cTn>
                                        <p:tgtEl>
                                          <p:spTgt spid="24"/>
                                        </p:tgtEl>
                                        <p:attrNameLst>
                                          <p:attrName>style.visibility</p:attrName>
                                        </p:attrNameLst>
                                      </p:cBhvr>
                                      <p:to>
                                        <p:strVal val="visible"/>
                                      </p:to>
                                    </p:set>
                                    <p:anim calcmode="lin" valueType="num">
                                      <p:cBhvr additive="base">
                                        <p:cTn id="94" dur="500" fill="hold" decel="100000"/>
                                        <p:tgtEl>
                                          <p:spTgt spid="24"/>
                                        </p:tgtEl>
                                        <p:attrNameLst>
                                          <p:attrName>ppt_w</p:attrName>
                                        </p:attrNameLst>
                                      </p:cBhvr>
                                      <p:tavLst>
                                        <p:tav tm="0">
                                          <p:val>
                                            <p:strVal val="0"/>
                                          </p:val>
                                        </p:tav>
                                        <p:tav tm="100000">
                                          <p:val>
                                            <p:strVal val="#ppt_w"/>
                                          </p:val>
                                        </p:tav>
                                      </p:tavLst>
                                    </p:anim>
                                    <p:anim calcmode="lin" valueType="num">
                                      <p:cBhvr additive="base">
                                        <p:cTn id="95" dur="500" fill="hold" decel="100000"/>
                                        <p:tgtEl>
                                          <p:spTgt spid="24"/>
                                        </p:tgtEl>
                                        <p:attrNameLst>
                                          <p:attrName>ppt_h</p:attrName>
                                        </p:attrNameLst>
                                      </p:cBhvr>
                                      <p:tavLst>
                                        <p:tav tm="0">
                                          <p:val>
                                            <p:strVal val="0"/>
                                          </p:val>
                                        </p:tav>
                                        <p:tav tm="100000">
                                          <p:val>
                                            <p:strVal val="#ppt_h"/>
                                          </p:val>
                                        </p:tav>
                                      </p:tavLst>
                                    </p:anim>
                                    <p:animEffect transition="in" filter="fade">
                                      <p:cBhvr>
                                        <p:cTn id="96" dur="500"/>
                                        <p:tgtEl>
                                          <p:spTgt spid="24"/>
                                        </p:tgtEl>
                                      </p:cBhvr>
                                    </p:animEffect>
                                  </p:childTnLst>
                                </p:cTn>
                              </p:par>
                              <p:par>
                                <p:cTn id="97" presetID="2" presetClass="entr" presetSubtype="8" fill="hold" grpId="0" nodeType="withEffect">
                                  <p:stCondLst>
                                    <p:cond delay="0"/>
                                  </p:stCondLst>
                                  <p:childTnLst>
                                    <p:set>
                                      <p:cBhvr>
                                        <p:cTn id="98" dur="1" fill="hold">
                                          <p:stCondLst>
                                            <p:cond delay="0"/>
                                          </p:stCondLst>
                                        </p:cTn>
                                        <p:tgtEl>
                                          <p:spTgt spid="25"/>
                                        </p:tgtEl>
                                        <p:attrNameLst>
                                          <p:attrName>style.visibility</p:attrName>
                                        </p:attrNameLst>
                                      </p:cBhvr>
                                      <p:to>
                                        <p:strVal val="visible"/>
                                      </p:to>
                                    </p:set>
                                    <p:anim calcmode="lin" valueType="num">
                                      <p:cBhvr additive="base">
                                        <p:cTn id="99" dur="600" fill="hold" decel="100000"/>
                                        <p:tgtEl>
                                          <p:spTgt spid="25"/>
                                        </p:tgtEl>
                                        <p:attrNameLst>
                                          <p:attrName>ppt_x</p:attrName>
                                        </p:attrNameLst>
                                      </p:cBhvr>
                                      <p:tavLst>
                                        <p:tav tm="0">
                                          <p:val>
                                            <p:strVal val="0-#ppt_w/2"/>
                                          </p:val>
                                        </p:tav>
                                        <p:tav tm="100000">
                                          <p:val>
                                            <p:strVal val="#ppt_x"/>
                                          </p:val>
                                        </p:tav>
                                      </p:tavLst>
                                    </p:anim>
                                    <p:anim calcmode="lin" valueType="num">
                                      <p:cBhvr additive="base">
                                        <p:cTn id="100" dur="600" fill="hold" decel="100000"/>
                                        <p:tgtEl>
                                          <p:spTgt spid="25"/>
                                        </p:tgtEl>
                                        <p:attrNameLst>
                                          <p:attrName>ppt_y</p:attrName>
                                        </p:attrNameLst>
                                      </p:cBhvr>
                                      <p:tavLst>
                                        <p:tav tm="0">
                                          <p:val>
                                            <p:strVal val="#ppt_y"/>
                                          </p:val>
                                        </p:tav>
                                        <p:tav tm="100000">
                                          <p:val>
                                            <p:strVal val="#ppt_y"/>
                                          </p:val>
                                        </p:tav>
                                      </p:tavLst>
                                    </p:anim>
                                  </p:childTnLst>
                                </p:cTn>
                              </p:par>
                            </p:childTnLst>
                          </p:cTn>
                        </p:par>
                        <p:par>
                          <p:cTn id="101" fill="hold">
                            <p:stCondLst>
                              <p:cond delay="3300"/>
                            </p:stCondLst>
                            <p:childTnLst>
                              <p:par>
                                <p:cTn id="102" presetID="53" presetClass="entr" presetSubtype="16" fill="hold" grpId="0" nodeType="afterEffect">
                                  <p:stCondLst>
                                    <p:cond delay="0"/>
                                  </p:stCondLst>
                                  <p:childTnLst>
                                    <p:set>
                                      <p:cBhvr>
                                        <p:cTn id="103" dur="1" fill="hold">
                                          <p:stCondLst>
                                            <p:cond delay="0"/>
                                          </p:stCondLst>
                                        </p:cTn>
                                        <p:tgtEl>
                                          <p:spTgt spid="26"/>
                                        </p:tgtEl>
                                        <p:attrNameLst>
                                          <p:attrName>style.visibility</p:attrName>
                                        </p:attrNameLst>
                                      </p:cBhvr>
                                      <p:to>
                                        <p:strVal val="visible"/>
                                      </p:to>
                                    </p:set>
                                    <p:anim calcmode="lin" valueType="num">
                                      <p:cBhvr additive="base">
                                        <p:cTn id="104" dur="500" fill="hold" decel="100000"/>
                                        <p:tgtEl>
                                          <p:spTgt spid="26"/>
                                        </p:tgtEl>
                                        <p:attrNameLst>
                                          <p:attrName>ppt_w</p:attrName>
                                        </p:attrNameLst>
                                      </p:cBhvr>
                                      <p:tavLst>
                                        <p:tav tm="0">
                                          <p:val>
                                            <p:strVal val="0"/>
                                          </p:val>
                                        </p:tav>
                                        <p:tav tm="100000">
                                          <p:val>
                                            <p:strVal val="#ppt_w"/>
                                          </p:val>
                                        </p:tav>
                                      </p:tavLst>
                                    </p:anim>
                                    <p:anim calcmode="lin" valueType="num">
                                      <p:cBhvr additive="base">
                                        <p:cTn id="105" dur="500" fill="hold" decel="100000"/>
                                        <p:tgtEl>
                                          <p:spTgt spid="26"/>
                                        </p:tgtEl>
                                        <p:attrNameLst>
                                          <p:attrName>ppt_h</p:attrName>
                                        </p:attrNameLst>
                                      </p:cBhvr>
                                      <p:tavLst>
                                        <p:tav tm="0">
                                          <p:val>
                                            <p:strVal val="0"/>
                                          </p:val>
                                        </p:tav>
                                        <p:tav tm="100000">
                                          <p:val>
                                            <p:strVal val="#ppt_h"/>
                                          </p:val>
                                        </p:tav>
                                      </p:tavLst>
                                    </p:anim>
                                    <p:animEffect transition="in" filter="fade">
                                      <p:cBhvr>
                                        <p:cTn id="106" dur="500"/>
                                        <p:tgtEl>
                                          <p:spTgt spid="26"/>
                                        </p:tgtEl>
                                      </p:cBhvr>
                                    </p:animEffect>
                                  </p:childTnLst>
                                </p:cTn>
                              </p:par>
                              <p:par>
                                <p:cTn id="107" presetID="53" presetClass="entr" presetSubtype="16" fill="hold" grpId="0" nodeType="withEffect">
                                  <p:stCondLst>
                                    <p:cond delay="0"/>
                                  </p:stCondLst>
                                  <p:childTnLst>
                                    <p:set>
                                      <p:cBhvr>
                                        <p:cTn id="108" dur="1" fill="hold">
                                          <p:stCondLst>
                                            <p:cond delay="0"/>
                                          </p:stCondLst>
                                        </p:cTn>
                                        <p:tgtEl>
                                          <p:spTgt spid="27"/>
                                        </p:tgtEl>
                                        <p:attrNameLst>
                                          <p:attrName>style.visibility</p:attrName>
                                        </p:attrNameLst>
                                      </p:cBhvr>
                                      <p:to>
                                        <p:strVal val="visible"/>
                                      </p:to>
                                    </p:set>
                                    <p:anim calcmode="lin" valueType="num">
                                      <p:cBhvr additive="base">
                                        <p:cTn id="109" dur="500" fill="hold" decel="100000"/>
                                        <p:tgtEl>
                                          <p:spTgt spid="27"/>
                                        </p:tgtEl>
                                        <p:attrNameLst>
                                          <p:attrName>ppt_w</p:attrName>
                                        </p:attrNameLst>
                                      </p:cBhvr>
                                      <p:tavLst>
                                        <p:tav tm="0">
                                          <p:val>
                                            <p:strVal val="0"/>
                                          </p:val>
                                        </p:tav>
                                        <p:tav tm="100000">
                                          <p:val>
                                            <p:strVal val="#ppt_w"/>
                                          </p:val>
                                        </p:tav>
                                      </p:tavLst>
                                    </p:anim>
                                    <p:anim calcmode="lin" valueType="num">
                                      <p:cBhvr additive="base">
                                        <p:cTn id="110" dur="500" fill="hold" decel="100000"/>
                                        <p:tgtEl>
                                          <p:spTgt spid="27"/>
                                        </p:tgtEl>
                                        <p:attrNameLst>
                                          <p:attrName>ppt_h</p:attrName>
                                        </p:attrNameLst>
                                      </p:cBhvr>
                                      <p:tavLst>
                                        <p:tav tm="0">
                                          <p:val>
                                            <p:strVal val="0"/>
                                          </p:val>
                                        </p:tav>
                                        <p:tav tm="100000">
                                          <p:val>
                                            <p:strVal val="#ppt_h"/>
                                          </p:val>
                                        </p:tav>
                                      </p:tavLst>
                                    </p:anim>
                                    <p:animEffect transition="in" filter="fade">
                                      <p:cBhvr>
                                        <p:cTn id="111" dur="500"/>
                                        <p:tgtEl>
                                          <p:spTgt spid="27"/>
                                        </p:tgtEl>
                                      </p:cBhvr>
                                    </p:animEffect>
                                  </p:childTnLst>
                                </p:cTn>
                              </p:par>
                              <p:par>
                                <p:cTn id="112" presetID="2" presetClass="entr" presetSubtype="8" fill="hold" grpId="0" nodeType="withEffect">
                                  <p:stCondLst>
                                    <p:cond delay="0"/>
                                  </p:stCondLst>
                                  <p:childTnLst>
                                    <p:set>
                                      <p:cBhvr>
                                        <p:cTn id="113" dur="1" fill="hold">
                                          <p:stCondLst>
                                            <p:cond delay="0"/>
                                          </p:stCondLst>
                                        </p:cTn>
                                        <p:tgtEl>
                                          <p:spTgt spid="28"/>
                                        </p:tgtEl>
                                        <p:attrNameLst>
                                          <p:attrName>style.visibility</p:attrName>
                                        </p:attrNameLst>
                                      </p:cBhvr>
                                      <p:to>
                                        <p:strVal val="visible"/>
                                      </p:to>
                                    </p:set>
                                    <p:anim calcmode="lin" valueType="num">
                                      <p:cBhvr additive="base">
                                        <p:cTn id="114" dur="600" fill="hold" decel="100000"/>
                                        <p:tgtEl>
                                          <p:spTgt spid="28"/>
                                        </p:tgtEl>
                                        <p:attrNameLst>
                                          <p:attrName>ppt_x</p:attrName>
                                        </p:attrNameLst>
                                      </p:cBhvr>
                                      <p:tavLst>
                                        <p:tav tm="0">
                                          <p:val>
                                            <p:strVal val="0-#ppt_w/2"/>
                                          </p:val>
                                        </p:tav>
                                        <p:tav tm="100000">
                                          <p:val>
                                            <p:strVal val="#ppt_x"/>
                                          </p:val>
                                        </p:tav>
                                      </p:tavLst>
                                    </p:anim>
                                    <p:anim calcmode="lin" valueType="num">
                                      <p:cBhvr additive="base">
                                        <p:cTn id="115" dur="600" fill="hold" decel="100000"/>
                                        <p:tgtEl>
                                          <p:spTgt spid="28"/>
                                        </p:tgtEl>
                                        <p:attrNameLst>
                                          <p:attrName>ppt_y</p:attrName>
                                        </p:attrNameLst>
                                      </p:cBhvr>
                                      <p:tavLst>
                                        <p:tav tm="0">
                                          <p:val>
                                            <p:strVal val="#ppt_y"/>
                                          </p:val>
                                        </p:tav>
                                        <p:tav tm="100000">
                                          <p:val>
                                            <p:strVal val="#ppt_y"/>
                                          </p:val>
                                        </p:tav>
                                      </p:tavLst>
                                    </p:anim>
                                  </p:childTnLst>
                                </p:cTn>
                              </p:par>
                            </p:childTnLst>
                          </p:cTn>
                        </p:par>
                        <p:par>
                          <p:cTn id="116" fill="hold">
                            <p:stCondLst>
                              <p:cond delay="3800"/>
                            </p:stCondLst>
                            <p:childTnLst>
                              <p:par>
                                <p:cTn id="117" presetID="53" presetClass="entr" presetSubtype="16" fill="hold" grpId="0" nodeType="afterEffect">
                                  <p:stCondLst>
                                    <p:cond delay="0"/>
                                  </p:stCondLst>
                                  <p:childTnLst>
                                    <p:set>
                                      <p:cBhvr>
                                        <p:cTn id="118" dur="1" fill="hold">
                                          <p:stCondLst>
                                            <p:cond delay="0"/>
                                          </p:stCondLst>
                                        </p:cTn>
                                        <p:tgtEl>
                                          <p:spTgt spid="29"/>
                                        </p:tgtEl>
                                        <p:attrNameLst>
                                          <p:attrName>style.visibility</p:attrName>
                                        </p:attrNameLst>
                                      </p:cBhvr>
                                      <p:to>
                                        <p:strVal val="visible"/>
                                      </p:to>
                                    </p:set>
                                    <p:anim calcmode="lin" valueType="num">
                                      <p:cBhvr additive="base">
                                        <p:cTn id="119" dur="500" fill="hold" decel="100000"/>
                                        <p:tgtEl>
                                          <p:spTgt spid="29"/>
                                        </p:tgtEl>
                                        <p:attrNameLst>
                                          <p:attrName>ppt_w</p:attrName>
                                        </p:attrNameLst>
                                      </p:cBhvr>
                                      <p:tavLst>
                                        <p:tav tm="0">
                                          <p:val>
                                            <p:strVal val="0"/>
                                          </p:val>
                                        </p:tav>
                                        <p:tav tm="100000">
                                          <p:val>
                                            <p:strVal val="#ppt_w"/>
                                          </p:val>
                                        </p:tav>
                                      </p:tavLst>
                                    </p:anim>
                                    <p:anim calcmode="lin" valueType="num">
                                      <p:cBhvr additive="base">
                                        <p:cTn id="120" dur="500" fill="hold" decel="100000"/>
                                        <p:tgtEl>
                                          <p:spTgt spid="29"/>
                                        </p:tgtEl>
                                        <p:attrNameLst>
                                          <p:attrName>ppt_h</p:attrName>
                                        </p:attrNameLst>
                                      </p:cBhvr>
                                      <p:tavLst>
                                        <p:tav tm="0">
                                          <p:val>
                                            <p:strVal val="0"/>
                                          </p:val>
                                        </p:tav>
                                        <p:tav tm="100000">
                                          <p:val>
                                            <p:strVal val="#ppt_h"/>
                                          </p:val>
                                        </p:tav>
                                      </p:tavLst>
                                    </p:anim>
                                    <p:animEffect transition="in" filter="fade">
                                      <p:cBhvr>
                                        <p:cTn id="121" dur="500"/>
                                        <p:tgtEl>
                                          <p:spTgt spid="29"/>
                                        </p:tgtEl>
                                      </p:cBhvr>
                                    </p:animEffect>
                                  </p:childTnLst>
                                </p:cTn>
                              </p:par>
                              <p:par>
                                <p:cTn id="122" presetID="53" presetClass="entr" presetSubtype="16" fill="hold" grpId="0" nodeType="withEffect">
                                  <p:stCondLst>
                                    <p:cond delay="0"/>
                                  </p:stCondLst>
                                  <p:childTnLst>
                                    <p:set>
                                      <p:cBhvr>
                                        <p:cTn id="123" dur="1" fill="hold">
                                          <p:stCondLst>
                                            <p:cond delay="0"/>
                                          </p:stCondLst>
                                        </p:cTn>
                                        <p:tgtEl>
                                          <p:spTgt spid="30"/>
                                        </p:tgtEl>
                                        <p:attrNameLst>
                                          <p:attrName>style.visibility</p:attrName>
                                        </p:attrNameLst>
                                      </p:cBhvr>
                                      <p:to>
                                        <p:strVal val="visible"/>
                                      </p:to>
                                    </p:set>
                                    <p:anim calcmode="lin" valueType="num">
                                      <p:cBhvr additive="base">
                                        <p:cTn id="124" dur="500" fill="hold" decel="100000"/>
                                        <p:tgtEl>
                                          <p:spTgt spid="30"/>
                                        </p:tgtEl>
                                        <p:attrNameLst>
                                          <p:attrName>ppt_w</p:attrName>
                                        </p:attrNameLst>
                                      </p:cBhvr>
                                      <p:tavLst>
                                        <p:tav tm="0">
                                          <p:val>
                                            <p:strVal val="0"/>
                                          </p:val>
                                        </p:tav>
                                        <p:tav tm="100000">
                                          <p:val>
                                            <p:strVal val="#ppt_w"/>
                                          </p:val>
                                        </p:tav>
                                      </p:tavLst>
                                    </p:anim>
                                    <p:anim calcmode="lin" valueType="num">
                                      <p:cBhvr additive="base">
                                        <p:cTn id="125" dur="500" fill="hold" decel="100000"/>
                                        <p:tgtEl>
                                          <p:spTgt spid="30"/>
                                        </p:tgtEl>
                                        <p:attrNameLst>
                                          <p:attrName>ppt_h</p:attrName>
                                        </p:attrNameLst>
                                      </p:cBhvr>
                                      <p:tavLst>
                                        <p:tav tm="0">
                                          <p:val>
                                            <p:strVal val="0"/>
                                          </p:val>
                                        </p:tav>
                                        <p:tav tm="100000">
                                          <p:val>
                                            <p:strVal val="#ppt_h"/>
                                          </p:val>
                                        </p:tav>
                                      </p:tavLst>
                                    </p:anim>
                                    <p:animEffect transition="in" filter="fade">
                                      <p:cBhvr>
                                        <p:cTn id="126" dur="500"/>
                                        <p:tgtEl>
                                          <p:spTgt spid="30"/>
                                        </p:tgtEl>
                                      </p:cBhvr>
                                    </p:animEffect>
                                  </p:childTnLst>
                                </p:cTn>
                              </p:par>
                              <p:par>
                                <p:cTn id="127" presetID="2" presetClass="entr" presetSubtype="8" fill="hold" grpId="0" nodeType="withEffect">
                                  <p:stCondLst>
                                    <p:cond delay="0"/>
                                  </p:stCondLst>
                                  <p:childTnLst>
                                    <p:set>
                                      <p:cBhvr>
                                        <p:cTn id="128" dur="1" fill="hold">
                                          <p:stCondLst>
                                            <p:cond delay="0"/>
                                          </p:stCondLst>
                                        </p:cTn>
                                        <p:tgtEl>
                                          <p:spTgt spid="31"/>
                                        </p:tgtEl>
                                        <p:attrNameLst>
                                          <p:attrName>style.visibility</p:attrName>
                                        </p:attrNameLst>
                                      </p:cBhvr>
                                      <p:to>
                                        <p:strVal val="visible"/>
                                      </p:to>
                                    </p:set>
                                    <p:anim calcmode="lin" valueType="num">
                                      <p:cBhvr additive="base">
                                        <p:cTn id="129" dur="600" fill="hold" decel="100000"/>
                                        <p:tgtEl>
                                          <p:spTgt spid="31"/>
                                        </p:tgtEl>
                                        <p:attrNameLst>
                                          <p:attrName>ppt_x</p:attrName>
                                        </p:attrNameLst>
                                      </p:cBhvr>
                                      <p:tavLst>
                                        <p:tav tm="0">
                                          <p:val>
                                            <p:strVal val="0-#ppt_w/2"/>
                                          </p:val>
                                        </p:tav>
                                        <p:tav tm="100000">
                                          <p:val>
                                            <p:strVal val="#ppt_x"/>
                                          </p:val>
                                        </p:tav>
                                      </p:tavLst>
                                    </p:anim>
                                    <p:anim calcmode="lin" valueType="num">
                                      <p:cBhvr additive="base">
                                        <p:cTn id="130" dur="600" fill="hold" decel="100000"/>
                                        <p:tgtEl>
                                          <p:spTgt spid="31"/>
                                        </p:tgtEl>
                                        <p:attrNameLst>
                                          <p:attrName>ppt_y</p:attrName>
                                        </p:attrNameLst>
                                      </p:cBhvr>
                                      <p:tavLst>
                                        <p:tav tm="0">
                                          <p:val>
                                            <p:strVal val="#ppt_y"/>
                                          </p:val>
                                        </p:tav>
                                        <p:tav tm="100000">
                                          <p:val>
                                            <p:strVal val="#ppt_y"/>
                                          </p:val>
                                        </p:tav>
                                      </p:tavLst>
                                    </p:anim>
                                  </p:childTnLst>
                                </p:cTn>
                              </p:par>
                            </p:childTnLst>
                          </p:cTn>
                        </p:par>
                        <p:par>
                          <p:cTn id="131" fill="hold">
                            <p:stCondLst>
                              <p:cond delay="5600"/>
                            </p:stCondLst>
                            <p:childTnLst>
                              <p:par>
                                <p:cTn id="132" presetID="10" presetClass="entr" presetSubtype="0" fill="hold" grpId="0" nodeType="afterEffect">
                                  <p:stCondLst>
                                    <p:cond delay="0"/>
                                  </p:stCondLst>
                                  <p:childTnLst>
                                    <p:set>
                                      <p:cBhvr>
                                        <p:cTn id="133" dur="1" fill="hold">
                                          <p:stCondLst>
                                            <p:cond delay="0"/>
                                          </p:stCondLst>
                                        </p:cTn>
                                        <p:tgtEl>
                                          <p:spTgt spid="22"/>
                                        </p:tgtEl>
                                        <p:attrNameLst>
                                          <p:attrName>style.visibility</p:attrName>
                                        </p:attrNameLst>
                                      </p:cBhvr>
                                      <p:to>
                                        <p:strVal val="visible"/>
                                      </p:to>
                                    </p:set>
                                    <p:animEffect transition="in" filter="fade">
                                      <p:cBhvr>
                                        <p:cTn id="134" dur="1000"/>
                                        <p:tgtEl>
                                          <p:spTgt spid="22"/>
                                        </p:tgtEl>
                                      </p:cBhvr>
                                    </p:animEffect>
                                  </p:childTnLst>
                                </p:cTn>
                              </p:par>
                            </p:childTnLst>
                          </p:cTn>
                        </p:par>
                        <p:par>
                          <p:cTn id="135" fill="hold">
                            <p:stCondLst>
                              <p:cond delay="8800"/>
                            </p:stCondLst>
                            <p:childTnLst>
                              <p:par>
                                <p:cTn id="136" presetID="10" presetClass="exit" presetSubtype="0" fill="hold" grpId="1" nodeType="afterEffect">
                                  <p:stCondLst>
                                    <p:cond delay="0"/>
                                  </p:stCondLst>
                                  <p:childTnLst>
                                    <p:animEffect transition="out" filter="fade">
                                      <p:cBhvr>
                                        <p:cTn id="137" dur="1000"/>
                                        <p:tgtEl>
                                          <p:spTgt spid="22"/>
                                        </p:tgtEl>
                                      </p:cBhvr>
                                    </p:animEffect>
                                    <p:set>
                                      <p:cBhvr>
                                        <p:cTn id="138" dur="1" fill="hold">
                                          <p:stCondLst>
                                            <p:cond delay="999"/>
                                          </p:stCondLst>
                                        </p:cTn>
                                        <p:tgtEl>
                                          <p:spTgt spid="22"/>
                                        </p:tgtEl>
                                        <p:attrNameLst>
                                          <p:attrName>style.visibility</p:attrName>
                                        </p:attrNameLst>
                                      </p:cBhvr>
                                      <p:to>
                                        <p:strVal val="hidden"/>
                                      </p:to>
                                    </p:set>
                                  </p:childTnLst>
                                </p:cTn>
                              </p:par>
                            </p:childTnLst>
                          </p:cTn>
                        </p:par>
                        <p:par>
                          <p:cTn id="139" fill="hold">
                            <p:stCondLst>
                              <p:cond delay="12000"/>
                            </p:stCondLst>
                            <p:childTnLst>
                              <p:par>
                                <p:cTn id="140" presetID="10" presetClass="entr" presetSubtype="0" fill="hold" grpId="2" nodeType="afterEffect">
                                  <p:stCondLst>
                                    <p:cond delay="0"/>
                                  </p:stCondLst>
                                  <p:childTnLst>
                                    <p:set>
                                      <p:cBhvr>
                                        <p:cTn id="141" dur="1" fill="hold">
                                          <p:stCondLst>
                                            <p:cond delay="0"/>
                                          </p:stCondLst>
                                        </p:cTn>
                                        <p:tgtEl>
                                          <p:spTgt spid="22"/>
                                        </p:tgtEl>
                                        <p:attrNameLst>
                                          <p:attrName>style.visibility</p:attrName>
                                        </p:attrNameLst>
                                      </p:cBhvr>
                                      <p:to>
                                        <p:strVal val="visible"/>
                                      </p:to>
                                    </p:set>
                                    <p:animEffect transition="in" filter="fade">
                                      <p:cBhvr>
                                        <p:cTn id="142" dur="1000"/>
                                        <p:tgtEl>
                                          <p:spTgt spid="22"/>
                                        </p:tgtEl>
                                      </p:cBhvr>
                                    </p:animEffect>
                                  </p:childTnLst>
                                </p:cTn>
                              </p:par>
                            </p:childTnLst>
                          </p:cTn>
                        </p:par>
                        <p:par>
                          <p:cTn id="143" fill="hold">
                            <p:stCondLst>
                              <p:cond delay="15200"/>
                            </p:stCondLst>
                            <p:childTnLst>
                              <p:par>
                                <p:cTn id="144" presetID="10" presetClass="exit" presetSubtype="0" fill="hold" grpId="3" nodeType="afterEffect">
                                  <p:stCondLst>
                                    <p:cond delay="0"/>
                                  </p:stCondLst>
                                  <p:childTnLst>
                                    <p:animEffect transition="out" filter="fade">
                                      <p:cBhvr>
                                        <p:cTn id="145" dur="1000"/>
                                        <p:tgtEl>
                                          <p:spTgt spid="22"/>
                                        </p:tgtEl>
                                      </p:cBhvr>
                                    </p:animEffect>
                                    <p:set>
                                      <p:cBhvr>
                                        <p:cTn id="146" dur="1" fill="hold">
                                          <p:stCondLst>
                                            <p:cond delay="999"/>
                                          </p:stCondLst>
                                        </p:cTn>
                                        <p:tgtEl>
                                          <p:spTgt spid="22"/>
                                        </p:tgtEl>
                                        <p:attrNameLst>
                                          <p:attrName>style.visibility</p:attrName>
                                        </p:attrNameLst>
                                      </p:cBhvr>
                                      <p:to>
                                        <p:strVal val="hidden"/>
                                      </p:to>
                                    </p:set>
                                  </p:childTnLst>
                                </p:cTn>
                              </p:par>
                            </p:childTnLst>
                          </p:cTn>
                        </p:par>
                        <p:par>
                          <p:cTn id="147" fill="hold">
                            <p:stCondLst>
                              <p:cond delay="18400"/>
                            </p:stCondLst>
                            <p:childTnLst>
                              <p:par>
                                <p:cTn id="148" presetID="10" presetClass="entr" presetSubtype="0" fill="hold" grpId="4" nodeType="afterEffect">
                                  <p:stCondLst>
                                    <p:cond delay="0"/>
                                  </p:stCondLst>
                                  <p:childTnLst>
                                    <p:set>
                                      <p:cBhvr>
                                        <p:cTn id="149" dur="1" fill="hold">
                                          <p:stCondLst>
                                            <p:cond delay="0"/>
                                          </p:stCondLst>
                                        </p:cTn>
                                        <p:tgtEl>
                                          <p:spTgt spid="22"/>
                                        </p:tgtEl>
                                        <p:attrNameLst>
                                          <p:attrName>style.visibility</p:attrName>
                                        </p:attrNameLst>
                                      </p:cBhvr>
                                      <p:to>
                                        <p:strVal val="visible"/>
                                      </p:to>
                                    </p:set>
                                    <p:animEffect transition="in" filter="fade">
                                      <p:cBhvr>
                                        <p:cTn id="150" dur="1000"/>
                                        <p:tgtEl>
                                          <p:spTgt spid="22"/>
                                        </p:tgtEl>
                                      </p:cBhvr>
                                    </p:animEffect>
                                  </p:childTnLst>
                                </p:cTn>
                              </p:par>
                            </p:childTnLst>
                          </p:cTn>
                        </p:par>
                        <p:par>
                          <p:cTn id="151" fill="hold">
                            <p:stCondLst>
                              <p:cond delay="21600"/>
                            </p:stCondLst>
                            <p:childTnLst>
                              <p:par>
                                <p:cTn id="152" presetID="10" presetClass="exit" presetSubtype="0" fill="hold" grpId="5" nodeType="afterEffect">
                                  <p:stCondLst>
                                    <p:cond delay="0"/>
                                  </p:stCondLst>
                                  <p:childTnLst>
                                    <p:animEffect transition="out" filter="fade">
                                      <p:cBhvr>
                                        <p:cTn id="153" dur="1000"/>
                                        <p:tgtEl>
                                          <p:spTgt spid="22"/>
                                        </p:tgtEl>
                                      </p:cBhvr>
                                    </p:animEffect>
                                    <p:set>
                                      <p:cBhvr>
                                        <p:cTn id="154" dur="1" fill="hold">
                                          <p:stCondLst>
                                            <p:cond delay="999"/>
                                          </p:stCondLst>
                                        </p:cTn>
                                        <p:tgtEl>
                                          <p:spTgt spid="22"/>
                                        </p:tgtEl>
                                        <p:attrNameLst>
                                          <p:attrName>style.visibility</p:attrName>
                                        </p:attrNameLst>
                                      </p:cBhvr>
                                      <p:to>
                                        <p:strVal val="hidden"/>
                                      </p:to>
                                    </p:set>
                                  </p:childTnLst>
                                </p:cTn>
                              </p:par>
                            </p:childTnLst>
                          </p:cTn>
                        </p:par>
                        <p:par>
                          <p:cTn id="155" fill="hold">
                            <p:stCondLst>
                              <p:cond delay="24800"/>
                            </p:stCondLst>
                            <p:childTnLst>
                              <p:par>
                                <p:cTn id="156" presetID="10" presetClass="entr" presetSubtype="0" fill="hold" grpId="6" nodeType="afterEffect">
                                  <p:stCondLst>
                                    <p:cond delay="0"/>
                                  </p:stCondLst>
                                  <p:childTnLst>
                                    <p:set>
                                      <p:cBhvr>
                                        <p:cTn id="157" dur="1" fill="hold">
                                          <p:stCondLst>
                                            <p:cond delay="0"/>
                                          </p:stCondLst>
                                        </p:cTn>
                                        <p:tgtEl>
                                          <p:spTgt spid="22"/>
                                        </p:tgtEl>
                                        <p:attrNameLst>
                                          <p:attrName>style.visibility</p:attrName>
                                        </p:attrNameLst>
                                      </p:cBhvr>
                                      <p:to>
                                        <p:strVal val="visible"/>
                                      </p:to>
                                    </p:set>
                                    <p:animEffect transition="in" filter="fade">
                                      <p:cBhvr>
                                        <p:cTn id="158" dur="1000"/>
                                        <p:tgtEl>
                                          <p:spTgt spid="22"/>
                                        </p:tgtEl>
                                      </p:cBhvr>
                                    </p:animEffect>
                                  </p:childTnLst>
                                </p:cTn>
                              </p:par>
                            </p:childTnLst>
                          </p:cTn>
                        </p:par>
                        <p:par>
                          <p:cTn id="159" fill="hold">
                            <p:stCondLst>
                              <p:cond delay="28000"/>
                            </p:stCondLst>
                            <p:childTnLst>
                              <p:par>
                                <p:cTn id="160" presetID="10" presetClass="exit" presetSubtype="0" fill="hold" grpId="7" nodeType="afterEffect">
                                  <p:stCondLst>
                                    <p:cond delay="0"/>
                                  </p:stCondLst>
                                  <p:childTnLst>
                                    <p:animEffect transition="out" filter="fade">
                                      <p:cBhvr>
                                        <p:cTn id="161" dur="1000"/>
                                        <p:tgtEl>
                                          <p:spTgt spid="22"/>
                                        </p:tgtEl>
                                      </p:cBhvr>
                                    </p:animEffect>
                                    <p:set>
                                      <p:cBhvr>
                                        <p:cTn id="162" dur="1" fill="hold">
                                          <p:stCondLst>
                                            <p:cond delay="999"/>
                                          </p:stCondLst>
                                        </p:cTn>
                                        <p:tgtEl>
                                          <p:spTgt spid="22"/>
                                        </p:tgtEl>
                                        <p:attrNameLst>
                                          <p:attrName>style.visibility</p:attrName>
                                        </p:attrNameLst>
                                      </p:cBhvr>
                                      <p:to>
                                        <p:strVal val="hidden"/>
                                      </p:to>
                                    </p:set>
                                  </p:childTnLst>
                                </p:cTn>
                              </p:par>
                            </p:childTnLst>
                          </p:cTn>
                        </p:par>
                        <p:par>
                          <p:cTn id="163" fill="hold">
                            <p:stCondLst>
                              <p:cond delay="31200"/>
                            </p:stCondLst>
                            <p:childTnLst>
                              <p:par>
                                <p:cTn id="164" presetID="10" presetClass="entr" presetSubtype="0" fill="hold" grpId="8" nodeType="afterEffect">
                                  <p:stCondLst>
                                    <p:cond delay="0"/>
                                  </p:stCondLst>
                                  <p:childTnLst>
                                    <p:set>
                                      <p:cBhvr>
                                        <p:cTn id="165" dur="1" fill="hold">
                                          <p:stCondLst>
                                            <p:cond delay="0"/>
                                          </p:stCondLst>
                                        </p:cTn>
                                        <p:tgtEl>
                                          <p:spTgt spid="22"/>
                                        </p:tgtEl>
                                        <p:attrNameLst>
                                          <p:attrName>style.visibility</p:attrName>
                                        </p:attrNameLst>
                                      </p:cBhvr>
                                      <p:to>
                                        <p:strVal val="visible"/>
                                      </p:to>
                                    </p:set>
                                    <p:animEffect transition="in" filter="fade">
                                      <p:cBhvr>
                                        <p:cTn id="166" dur="1000"/>
                                        <p:tgtEl>
                                          <p:spTgt spid="22"/>
                                        </p:tgtEl>
                                      </p:cBhvr>
                                    </p:animEffect>
                                  </p:childTnLst>
                                </p:cTn>
                              </p:par>
                            </p:childTnLst>
                          </p:cTn>
                        </p:par>
                        <p:par>
                          <p:cTn id="167" fill="hold">
                            <p:stCondLst>
                              <p:cond delay="34400"/>
                            </p:stCondLst>
                            <p:childTnLst>
                              <p:par>
                                <p:cTn id="168" presetID="10" presetClass="exit" presetSubtype="0" fill="hold" grpId="9" nodeType="afterEffect">
                                  <p:stCondLst>
                                    <p:cond delay="0"/>
                                  </p:stCondLst>
                                  <p:childTnLst>
                                    <p:animEffect transition="out" filter="fade">
                                      <p:cBhvr>
                                        <p:cTn id="169" dur="1000"/>
                                        <p:tgtEl>
                                          <p:spTgt spid="22"/>
                                        </p:tgtEl>
                                      </p:cBhvr>
                                    </p:animEffect>
                                    <p:set>
                                      <p:cBhvr>
                                        <p:cTn id="170" dur="1" fill="hold">
                                          <p:stCondLst>
                                            <p:cond delay="999"/>
                                          </p:stCondLst>
                                        </p:cTn>
                                        <p:tgtEl>
                                          <p:spTgt spid="2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P spid="10" grpId="0" animBg="1"/>
      <p:bldP spid="11" grpId="0" animBg="1"/>
      <p:bldP spid="14" grpId="0" animBg="1"/>
      <p:bldP spid="15" grpId="0" animBg="1"/>
      <p:bldP spid="18" grpId="0" animBg="1"/>
      <p:bldP spid="19" grpId="0" animBg="1"/>
      <p:bldP spid="25" grpId="0" animBg="1"/>
      <p:bldP spid="28" grpId="0" animBg="1"/>
      <p:bldP spid="3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A2B"/>
        </a:solidFill>
      </p:bgPr>
    </p:bg>
    <p:spTree>
      <p:nvGrpSpPr>
        <p:cNvPr id="1" name=""/>
        <p:cNvGrpSpPr/>
        <p:nvPr/>
      </p:nvGrpSpPr>
      <p:grpSpPr>
        <a:xfrm>
          <a:off x="0" y="0"/>
          <a:ext cx="0" cy="0"/>
          <a:chOff x="0" y="0"/>
          <a:chExt cx="0" cy="0"/>
        </a:xfrm>
      </p:grpSpPr>
      <p:pic>
        <p:nvPicPr>
          <p:cNvPr id="3" name="bg0" descr="cache/sphinx_night_2133x1200_0.jpg">    </p:cNvPr>
          <p:cNvPicPr>
            <a:picLocks noChangeAspect="1"/>
          </p:cNvPicPr>
          <p:nvPr/>
        </p:nvPicPr>
        <p:blipFill>
          <a:blip r:embed="rId1"/>
          <a:stretch>
            <a:fillRect/>
          </a:stretch>
        </p:blipFill>
        <p:spPr>
          <a:xfrm>
            <a:off x="0" y="0"/>
            <a:ext cx="12191695" cy="6858000"/>
          </a:xfrm>
          <a:prstGeom prst="rect">
            <a:avLst/>
          </a:prstGeom>
        </p:spPr>
      </p:pic>
      <p:pic>
        <p:nvPicPr>
          <p:cNvPr id="4" name="bg1" descr="cache/pyramids_sunset_2133x1200_0.jpg">    </p:cNvPr>
          <p:cNvPicPr>
            <a:picLocks noChangeAspect="1"/>
          </p:cNvPicPr>
          <p:nvPr/>
        </p:nvPicPr>
        <p:blipFill>
          <a:blip r:embed="rId2"/>
          <a:stretch>
            <a:fillRect/>
          </a:stretch>
        </p:blipFill>
        <p:spPr>
          <a:xfrm>
            <a:off x="0" y="0"/>
            <a:ext cx="12191695" cy="6858000"/>
          </a:xfrm>
          <a:prstGeom prst="rect">
            <a:avLst/>
          </a:prstGeom>
        </p:spPr>
      </p:pic>
      <p:pic>
        <p:nvPicPr>
          <p:cNvPr id="5" name="bg2" descr="cache/nile_felucca_2133x1200_0.jpg">    </p:cNvPr>
          <p:cNvPicPr>
            <a:picLocks noChangeAspect="1"/>
          </p:cNvPicPr>
          <p:nvPr/>
        </p:nvPicPr>
        <p:blipFill>
          <a:blip r:embed="rId3"/>
          <a:stretch>
            <a:fillRect/>
          </a:stretch>
        </p:blipFill>
        <p:spPr>
          <a:xfrm>
            <a:off x="0" y="0"/>
            <a:ext cx="12191695" cy="6858000"/>
          </a:xfrm>
          <a:prstGeom prst="rect">
            <a:avLst/>
          </a:prstGeom>
        </p:spPr>
      </p:pic>
      <p:pic>
        <p:nvPicPr>
          <p:cNvPr id="6" name="bg3" descr="cache/cairo_skyline_2133x1200_0.jpg">    </p:cNvPr>
          <p:cNvPicPr>
            <a:picLocks noChangeAspect="1"/>
          </p:cNvPicPr>
          <p:nvPr/>
        </p:nvPicPr>
        <p:blipFill>
          <a:blip r:embed="rId4"/>
          <a:stretch>
            <a:fillRect/>
          </a:stretch>
        </p:blipFill>
        <p:spPr>
          <a:xfrm>
            <a:off x="0" y="0"/>
            <a:ext cx="12191695" cy="6858000"/>
          </a:xfrm>
          <a:prstGeom prst="rect">
            <a:avLst/>
          </a:prstGeom>
        </p:spPr>
      </p:pic>
      <p:sp>
        <p:nvSpPr>
          <p:cNvPr id="7" name="veil"/>
          <p:cNvSpPr/>
          <p:nvPr/>
        </p:nvSpPr>
        <p:spPr>
          <a:xfrm>
            <a:off x="0" y="0"/>
            <a:ext cx="12191695" cy="6858000"/>
          </a:xfrm>
          <a:prstGeom prst="rect">
            <a:avLst/>
          </a:prstGeom>
          <a:solidFill>
            <a:srgbClr val="000000">
              <a:alpha val="58000"/>
            </a:srgbClr>
          </a:solidFill>
          <a:ln/>
        </p:spPr>
      </p:sp>
      <p:sp>
        <p:nvSpPr>
          <p:cNvPr id="8" name="title"/>
          <p:cNvSpPr txBox="1"/>
          <p:nvPr/>
        </p:nvSpPr>
        <p:spPr>
          <a:xfrm>
            <a:off x="731520" y="502920"/>
            <a:ext cx="7315200" cy="822960"/>
          </a:xfrm>
          <a:prstGeom prst="rect">
            <a:avLst/>
          </a:prstGeom>
          <a:noFill/>
          <a:ln/>
        </p:spPr>
        <p:txBody>
          <a:bodyPr wrap="square" lIns="0" tIns="0" rIns="0" bIns="0" rtlCol="0" anchor="ctr"/>
          <a:lstStyle/>
          <a:p>
            <a:pPr indent="0" marL="0">
              <a:buNone/>
            </a:pPr>
            <a:r>
              <a:rPr lang="en-US" sz="4000" b="1" dirty="0">
                <a:solidFill>
                  <a:srgbClr val="D4A537"/>
                </a:solidFill>
                <a:latin typeface="Bookman Old Style" pitchFamily="34" charset="0"/>
                <a:ea typeface="Bookman Old Style" pitchFamily="34" charset="-122"/>
                <a:cs typeface="Bookman Old Style" pitchFamily="34" charset="-120"/>
              </a:rPr>
              <a:t>Concluzii</a:t>
            </a:r>
            <a:endParaRPr lang="en-US" sz="4000" dirty="0"/>
          </a:p>
        </p:txBody>
      </p:sp>
      <p:sp>
        <p:nvSpPr>
          <p:cNvPr id="9" name="k0_c"/>
          <p:cNvSpPr/>
          <p:nvPr/>
        </p:nvSpPr>
        <p:spPr>
          <a:xfrm>
            <a:off x="731520" y="1600200"/>
            <a:ext cx="731520" cy="731520"/>
          </a:xfrm>
          <a:prstGeom prst="ellipse">
            <a:avLst/>
          </a:prstGeom>
          <a:solidFill>
            <a:srgbClr val="D4A537"/>
          </a:solidFill>
          <a:ln w="19050">
            <a:solidFill>
              <a:srgbClr val="D4A537"/>
            </a:solidFill>
            <a:prstDash val="solid"/>
          </a:ln>
        </p:spPr>
      </p:sp>
      <p:pic>
        <p:nvPicPr>
          <p:cNvPr id="10" name="k0_i" descr="preencoded.png">    </p:cNvPr>
          <p:cNvPicPr>
            <a:picLocks noChangeAspect="1"/>
          </p:cNvPicPr>
          <p:nvPr/>
        </p:nvPicPr>
        <p:blipFill>
          <a:blip r:embed="rId5"/>
          <a:stretch>
            <a:fillRect/>
          </a:stretch>
        </p:blipFill>
        <p:spPr>
          <a:xfrm>
            <a:off x="877824" y="1746504"/>
            <a:ext cx="438912" cy="438912"/>
          </a:xfrm>
          <a:prstGeom prst="rect">
            <a:avLst/>
          </a:prstGeom>
        </p:spPr>
      </p:pic>
      <p:sp>
        <p:nvSpPr>
          <p:cNvPr id="11" name="kt0"/>
          <p:cNvSpPr txBox="1"/>
          <p:nvPr/>
        </p:nvSpPr>
        <p:spPr>
          <a:xfrm>
            <a:off x="1691640" y="1600200"/>
            <a:ext cx="7772400" cy="73152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Nilul a făcut posibilă o civilizație în mijlocul deșertului</a:t>
            </a:r>
            <a:endParaRPr lang="en-US" sz="2000" dirty="0"/>
          </a:p>
        </p:txBody>
      </p:sp>
      <p:sp>
        <p:nvSpPr>
          <p:cNvPr id="12" name="k1_c"/>
          <p:cNvSpPr/>
          <p:nvPr/>
        </p:nvSpPr>
        <p:spPr>
          <a:xfrm>
            <a:off x="731520" y="2606040"/>
            <a:ext cx="731520" cy="731520"/>
          </a:xfrm>
          <a:prstGeom prst="ellipse">
            <a:avLst/>
          </a:prstGeom>
          <a:solidFill>
            <a:srgbClr val="D4A537"/>
          </a:solidFill>
          <a:ln w="19050">
            <a:solidFill>
              <a:srgbClr val="D4A537"/>
            </a:solidFill>
            <a:prstDash val="solid"/>
          </a:ln>
        </p:spPr>
      </p:sp>
      <p:pic>
        <p:nvPicPr>
          <p:cNvPr id="13" name="k1_i" descr="preencoded.png">    </p:cNvPr>
          <p:cNvPicPr>
            <a:picLocks noChangeAspect="1"/>
          </p:cNvPicPr>
          <p:nvPr/>
        </p:nvPicPr>
        <p:blipFill>
          <a:blip r:embed="rId6"/>
          <a:stretch>
            <a:fillRect/>
          </a:stretch>
        </p:blipFill>
        <p:spPr>
          <a:xfrm>
            <a:off x="877824" y="2752344"/>
            <a:ext cx="438912" cy="438912"/>
          </a:xfrm>
          <a:prstGeom prst="rect">
            <a:avLst/>
          </a:prstGeom>
        </p:spPr>
      </p:pic>
      <p:sp>
        <p:nvSpPr>
          <p:cNvPr id="14" name="kt1"/>
          <p:cNvSpPr txBox="1"/>
          <p:nvPr/>
        </p:nvSpPr>
        <p:spPr>
          <a:xfrm>
            <a:off x="1691640" y="2606040"/>
            <a:ext cx="7772400" cy="73152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Moșteniri durabile: piramide, scriere, calendar, medicină</a:t>
            </a:r>
            <a:endParaRPr lang="en-US" sz="2000" dirty="0"/>
          </a:p>
        </p:txBody>
      </p:sp>
      <p:sp>
        <p:nvSpPr>
          <p:cNvPr id="15" name="k2_c"/>
          <p:cNvSpPr/>
          <p:nvPr/>
        </p:nvSpPr>
        <p:spPr>
          <a:xfrm>
            <a:off x="731520" y="3611880"/>
            <a:ext cx="731520" cy="731520"/>
          </a:xfrm>
          <a:prstGeom prst="ellipse">
            <a:avLst/>
          </a:prstGeom>
          <a:solidFill>
            <a:srgbClr val="D4A537"/>
          </a:solidFill>
          <a:ln w="19050">
            <a:solidFill>
              <a:srgbClr val="D4A537"/>
            </a:solidFill>
            <a:prstDash val="solid"/>
          </a:ln>
        </p:spPr>
      </p:sp>
      <p:pic>
        <p:nvPicPr>
          <p:cNvPr id="16" name="k2_i" descr="preencoded.png">    </p:cNvPr>
          <p:cNvPicPr>
            <a:picLocks noChangeAspect="1"/>
          </p:cNvPicPr>
          <p:nvPr/>
        </p:nvPicPr>
        <p:blipFill>
          <a:blip r:embed="rId7"/>
          <a:stretch>
            <a:fillRect/>
          </a:stretch>
        </p:blipFill>
        <p:spPr>
          <a:xfrm>
            <a:off x="877824" y="3758184"/>
            <a:ext cx="438912" cy="438912"/>
          </a:xfrm>
          <a:prstGeom prst="rect">
            <a:avLst/>
          </a:prstGeom>
        </p:spPr>
      </p:pic>
      <p:sp>
        <p:nvSpPr>
          <p:cNvPr id="17" name="kt2"/>
          <p:cNvSpPr txBox="1"/>
          <p:nvPr/>
        </p:nvSpPr>
        <p:spPr>
          <a:xfrm>
            <a:off x="1691640" y="3611880"/>
            <a:ext cx="7772400" cy="73152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Trecutul faraonic rămâne viu în identitatea Egiptului de azi</a:t>
            </a:r>
            <a:endParaRPr lang="en-US" sz="2000" dirty="0"/>
          </a:p>
        </p:txBody>
      </p:sp>
      <p:sp>
        <p:nvSpPr>
          <p:cNvPr id="18" name="thx"/>
          <p:cNvSpPr txBox="1"/>
          <p:nvPr/>
        </p:nvSpPr>
        <p:spPr>
          <a:xfrm>
            <a:off x="731520" y="4800600"/>
            <a:ext cx="8229600" cy="868680"/>
          </a:xfrm>
          <a:prstGeom prst="rect">
            <a:avLst/>
          </a:prstGeom>
          <a:noFill/>
          <a:ln/>
        </p:spPr>
        <p:txBody>
          <a:bodyPr wrap="square" lIns="0" tIns="0" rIns="0" bIns="0" rtlCol="0" anchor="ctr"/>
          <a:lstStyle/>
          <a:p>
            <a:pPr indent="0" marL="0">
              <a:buNone/>
            </a:pPr>
            <a:r>
              <a:rPr lang="en-US" sz="4400" b="1" i="1" dirty="0">
                <a:solidFill>
                  <a:srgbClr val="E9CF84"/>
                </a:solidFill>
                <a:latin typeface="Bookman Old Style" pitchFamily="34" charset="0"/>
                <a:ea typeface="Bookman Old Style" pitchFamily="34" charset="-122"/>
                <a:cs typeface="Bookman Old Style" pitchFamily="34" charset="-120"/>
              </a:rPr>
              <a:t>Vă mulțumesc!</a:t>
            </a:r>
            <a:endParaRPr lang="en-US" sz="4400" dirty="0"/>
          </a:p>
        </p:txBody>
      </p:sp>
      <p:sp>
        <p:nvSpPr>
          <p:cNvPr id="19" name="q"/>
          <p:cNvSpPr txBox="1"/>
          <p:nvPr/>
        </p:nvSpPr>
        <p:spPr>
          <a:xfrm>
            <a:off x="731520" y="5623560"/>
            <a:ext cx="5486400" cy="502920"/>
          </a:xfrm>
          <a:prstGeom prst="rect">
            <a:avLst/>
          </a:prstGeom>
          <a:noFill/>
          <a:ln/>
        </p:spPr>
        <p:txBody>
          <a:bodyPr wrap="square" lIns="0" tIns="0" rIns="0" bIns="0" rtlCol="0" anchor="ctr"/>
          <a:lstStyle/>
          <a:p>
            <a:pPr indent="0" marL="0">
              <a:buNone/>
            </a:pPr>
            <a:r>
              <a:rPr lang="en-US" sz="2200" dirty="0">
                <a:solidFill>
                  <a:srgbClr val="EADBC0"/>
                </a:solidFill>
                <a:latin typeface="Calibri" pitchFamily="34" charset="0"/>
                <a:ea typeface="Calibri" pitchFamily="34" charset="-122"/>
                <a:cs typeface="Calibri" pitchFamily="34" charset="-120"/>
              </a:rPr>
              <a:t>Întrebări?</a:t>
            </a:r>
            <a:endParaRPr lang="en-US" sz="2200" dirty="0"/>
          </a:p>
        </p:txBody>
      </p:sp>
      <p:sp>
        <p:nvSpPr>
          <p:cNvPr id="20" name="src"/>
          <p:cNvSpPr txBox="1"/>
          <p:nvPr/>
        </p:nvSpPr>
        <p:spPr>
          <a:xfrm>
            <a:off x="731520" y="6309360"/>
            <a:ext cx="10515600" cy="320040"/>
          </a:xfrm>
          <a:prstGeom prst="rect">
            <a:avLst/>
          </a:prstGeom>
          <a:noFill/>
          <a:ln/>
        </p:spPr>
        <p:txBody>
          <a:bodyPr wrap="square" lIns="0" tIns="0" rIns="0" bIns="0" rtlCol="0" anchor="ctr"/>
          <a:lstStyle/>
          <a:p>
            <a:pPr indent="0" marL="0">
              <a:buNone/>
            </a:pPr>
            <a:r>
              <a:rPr lang="en-US" sz="1050" dirty="0">
                <a:solidFill>
                  <a:srgbClr val="A9B4C4"/>
                </a:solidFill>
                <a:latin typeface="Calibri" pitchFamily="34" charset="0"/>
                <a:ea typeface="Calibri" pitchFamily="34" charset="-122"/>
                <a:cs typeface="Calibri" pitchFamily="34" charset="-120"/>
              </a:rPr>
              <a:t>Surse: Britannica, British Museum, The Met, FAO, Smithsonian, CAPMAS (lista completă în notele vorbitorului)</a:t>
            </a:r>
            <a:endParaRPr lang="en-US" sz="105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00"/>
                            </p:stCondLst>
                            <p:childTnLst>
                              <p:par>
                                <p:cTn id="5" presetID="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700" fill="hold" decel="100000"/>
                                        <p:tgtEl>
                                          <p:spTgt spid="8"/>
                                        </p:tgtEl>
                                        <p:attrNameLst>
                                          <p:attrName>ppt_x</p:attrName>
                                        </p:attrNameLst>
                                      </p:cBhvr>
                                      <p:tavLst>
                                        <p:tav tm="0">
                                          <p:val>
                                            <p:strVal val="#ppt_x"/>
                                          </p:val>
                                        </p:tav>
                                        <p:tav tm="100000">
                                          <p:val>
                                            <p:strVal val="#ppt_x"/>
                                          </p:val>
                                        </p:tav>
                                      </p:tavLst>
                                    </p:anim>
                                    <p:anim calcmode="lin" valueType="num">
                                      <p:cBhvr additive="base">
                                        <p:cTn id="8" dur="700" fill="hold" decel="100000"/>
                                        <p:tgtEl>
                                          <p:spTgt spid="8"/>
                                        </p:tgtEl>
                                        <p:attrNameLst>
                                          <p:attrName>ppt_y</p:attrName>
                                        </p:attrNameLst>
                                      </p:cBhvr>
                                      <p:tavLst>
                                        <p:tav tm="0">
                                          <p:val>
                                            <p:strVal val="0-#ppt_h/2"/>
                                          </p:val>
                                        </p:tav>
                                        <p:tav tm="100000">
                                          <p:val>
                                            <p:strVal val="#ppt_y"/>
                                          </p:val>
                                        </p:tav>
                                      </p:tavLst>
                                    </p:anim>
                                  </p:childTnLst>
                                </p:cTn>
                              </p:par>
                            </p:childTnLst>
                          </p:cTn>
                        </p:par>
                        <p:par>
                          <p:cTn id="9" fill="hold">
                            <p:stCondLst>
                              <p:cond delay="900"/>
                            </p:stCondLst>
                            <p:childTnLst>
                              <p:par>
                                <p:cTn id="10" presetID="53" presetClass="entr" presetSubtype="16"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decel="100000"/>
                                        <p:tgtEl>
                                          <p:spTgt spid="9"/>
                                        </p:tgtEl>
                                        <p:attrNameLst>
                                          <p:attrName>ppt_w</p:attrName>
                                        </p:attrNameLst>
                                      </p:cBhvr>
                                      <p:tavLst>
                                        <p:tav tm="0">
                                          <p:val>
                                            <p:strVal val="0"/>
                                          </p:val>
                                        </p:tav>
                                        <p:tav tm="100000">
                                          <p:val>
                                            <p:strVal val="#ppt_w"/>
                                          </p:val>
                                        </p:tav>
                                      </p:tavLst>
                                    </p:anim>
                                    <p:anim calcmode="lin" valueType="num">
                                      <p:cBhvr additive="base">
                                        <p:cTn id="13" dur="500" fill="hold" decel="100000"/>
                                        <p:tgtEl>
                                          <p:spTgt spid="9"/>
                                        </p:tgtEl>
                                        <p:attrNameLst>
                                          <p:attrName>ppt_h</p:attrName>
                                        </p:attrNameLst>
                                      </p:cBhvr>
                                      <p:tavLst>
                                        <p:tav tm="0">
                                          <p:val>
                                            <p:strVal val="0"/>
                                          </p:val>
                                        </p:tav>
                                        <p:tav tm="100000">
                                          <p:val>
                                            <p:strVal val="#ppt_h"/>
                                          </p:val>
                                        </p:tav>
                                      </p:tavLst>
                                    </p:anim>
                                    <p:animEffect transition="in" filter="fade">
                                      <p:cBhvr>
                                        <p:cTn id="14" dur="500"/>
                                        <p:tgtEl>
                                          <p:spTgt spid="9"/>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decel="100000"/>
                                        <p:tgtEl>
                                          <p:spTgt spid="10"/>
                                        </p:tgtEl>
                                        <p:attrNameLst>
                                          <p:attrName>ppt_w</p:attrName>
                                        </p:attrNameLst>
                                      </p:cBhvr>
                                      <p:tavLst>
                                        <p:tav tm="0">
                                          <p:val>
                                            <p:strVal val="0"/>
                                          </p:val>
                                        </p:tav>
                                        <p:tav tm="100000">
                                          <p:val>
                                            <p:strVal val="#ppt_w"/>
                                          </p:val>
                                        </p:tav>
                                      </p:tavLst>
                                    </p:anim>
                                    <p:anim calcmode="lin" valueType="num">
                                      <p:cBhvr additive="base">
                                        <p:cTn id="18" dur="500" fill="hold" decel="100000"/>
                                        <p:tgtEl>
                                          <p:spTgt spid="10"/>
                                        </p:tgtEl>
                                        <p:attrNameLst>
                                          <p:attrName>ppt_h</p:attrName>
                                        </p:attrNameLst>
                                      </p:cBhvr>
                                      <p:tavLst>
                                        <p:tav tm="0">
                                          <p:val>
                                            <p:strVal val="0"/>
                                          </p:val>
                                        </p:tav>
                                        <p:tav tm="100000">
                                          <p:val>
                                            <p:strVal val="#ppt_h"/>
                                          </p:val>
                                        </p:tav>
                                      </p:tavLst>
                                    </p:anim>
                                    <p:animEffect transition="in" filter="fade">
                                      <p:cBhvr>
                                        <p:cTn id="19" dur="500"/>
                                        <p:tgtEl>
                                          <p:spTgt spid="10"/>
                                        </p:tgtEl>
                                      </p:cBhvr>
                                    </p:animEffect>
                                  </p:childTnLst>
                                </p:cTn>
                              </p:par>
                              <p:par>
                                <p:cTn id="20" presetID="2" presetClass="entr" presetSubtype="8"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650" fill="hold" decel="100000"/>
                                        <p:tgtEl>
                                          <p:spTgt spid="11"/>
                                        </p:tgtEl>
                                        <p:attrNameLst>
                                          <p:attrName>ppt_x</p:attrName>
                                        </p:attrNameLst>
                                      </p:cBhvr>
                                      <p:tavLst>
                                        <p:tav tm="0">
                                          <p:val>
                                            <p:strVal val="0-#ppt_w/2"/>
                                          </p:val>
                                        </p:tav>
                                        <p:tav tm="100000">
                                          <p:val>
                                            <p:strVal val="#ppt_x"/>
                                          </p:val>
                                        </p:tav>
                                      </p:tavLst>
                                    </p:anim>
                                    <p:anim calcmode="lin" valueType="num">
                                      <p:cBhvr additive="base">
                                        <p:cTn id="23" dur="650" fill="hold" decel="100000"/>
                                        <p:tgtEl>
                                          <p:spTgt spid="11"/>
                                        </p:tgtEl>
                                        <p:attrNameLst>
                                          <p:attrName>ppt_y</p:attrName>
                                        </p:attrNameLst>
                                      </p:cBhvr>
                                      <p:tavLst>
                                        <p:tav tm="0">
                                          <p:val>
                                            <p:strVal val="#ppt_y"/>
                                          </p:val>
                                        </p:tav>
                                        <p:tav tm="100000">
                                          <p:val>
                                            <p:strVal val="#ppt_y"/>
                                          </p:val>
                                        </p:tav>
                                      </p:tavLst>
                                    </p:anim>
                                  </p:childTnLst>
                                </p:cTn>
                              </p:par>
                            </p:childTnLst>
                          </p:cTn>
                        </p:par>
                        <p:par>
                          <p:cTn id="24" fill="hold">
                            <p:stCondLst>
                              <p:cond delay="1550"/>
                            </p:stCondLst>
                            <p:childTnLst>
                              <p:par>
                                <p:cTn id="25" presetID="53" presetClass="entr" presetSubtype="16"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decel="100000"/>
                                        <p:tgtEl>
                                          <p:spTgt spid="12"/>
                                        </p:tgtEl>
                                        <p:attrNameLst>
                                          <p:attrName>ppt_w</p:attrName>
                                        </p:attrNameLst>
                                      </p:cBhvr>
                                      <p:tavLst>
                                        <p:tav tm="0">
                                          <p:val>
                                            <p:strVal val="0"/>
                                          </p:val>
                                        </p:tav>
                                        <p:tav tm="100000">
                                          <p:val>
                                            <p:strVal val="#ppt_w"/>
                                          </p:val>
                                        </p:tav>
                                      </p:tavLst>
                                    </p:anim>
                                    <p:anim calcmode="lin" valueType="num">
                                      <p:cBhvr additive="base">
                                        <p:cTn id="28" dur="500" fill="hold" decel="100000"/>
                                        <p:tgtEl>
                                          <p:spTgt spid="12"/>
                                        </p:tgtEl>
                                        <p:attrNameLst>
                                          <p:attrName>ppt_h</p:attrName>
                                        </p:attrNameLst>
                                      </p:cBhvr>
                                      <p:tavLst>
                                        <p:tav tm="0">
                                          <p:val>
                                            <p:strVal val="0"/>
                                          </p:val>
                                        </p:tav>
                                        <p:tav tm="100000">
                                          <p:val>
                                            <p:strVal val="#ppt_h"/>
                                          </p:val>
                                        </p:tav>
                                      </p:tavLst>
                                    </p:anim>
                                    <p:animEffect transition="in" filter="fade">
                                      <p:cBhvr>
                                        <p:cTn id="29" dur="500"/>
                                        <p:tgtEl>
                                          <p:spTgt spid="12"/>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decel="100000"/>
                                        <p:tgtEl>
                                          <p:spTgt spid="13"/>
                                        </p:tgtEl>
                                        <p:attrNameLst>
                                          <p:attrName>ppt_w</p:attrName>
                                        </p:attrNameLst>
                                      </p:cBhvr>
                                      <p:tavLst>
                                        <p:tav tm="0">
                                          <p:val>
                                            <p:strVal val="0"/>
                                          </p:val>
                                        </p:tav>
                                        <p:tav tm="100000">
                                          <p:val>
                                            <p:strVal val="#ppt_w"/>
                                          </p:val>
                                        </p:tav>
                                      </p:tavLst>
                                    </p:anim>
                                    <p:anim calcmode="lin" valueType="num">
                                      <p:cBhvr additive="base">
                                        <p:cTn id="33" dur="500" fill="hold" decel="100000"/>
                                        <p:tgtEl>
                                          <p:spTgt spid="13"/>
                                        </p:tgtEl>
                                        <p:attrNameLst>
                                          <p:attrName>ppt_h</p:attrName>
                                        </p:attrNameLst>
                                      </p:cBhvr>
                                      <p:tavLst>
                                        <p:tav tm="0">
                                          <p:val>
                                            <p:strVal val="0"/>
                                          </p:val>
                                        </p:tav>
                                        <p:tav tm="100000">
                                          <p:val>
                                            <p:strVal val="#ppt_h"/>
                                          </p:val>
                                        </p:tav>
                                      </p:tavLst>
                                    </p:anim>
                                    <p:animEffect transition="in" filter="fade">
                                      <p:cBhvr>
                                        <p:cTn id="34" dur="500"/>
                                        <p:tgtEl>
                                          <p:spTgt spid="13"/>
                                        </p:tgtEl>
                                      </p:cBhvr>
                                    </p:animEffect>
                                  </p:childTnLst>
                                </p:cTn>
                              </p:par>
                              <p:par>
                                <p:cTn id="35" presetID="2" presetClass="entr" presetSubtype="8"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650" fill="hold" decel="100000"/>
                                        <p:tgtEl>
                                          <p:spTgt spid="14"/>
                                        </p:tgtEl>
                                        <p:attrNameLst>
                                          <p:attrName>ppt_x</p:attrName>
                                        </p:attrNameLst>
                                      </p:cBhvr>
                                      <p:tavLst>
                                        <p:tav tm="0">
                                          <p:val>
                                            <p:strVal val="0-#ppt_w/2"/>
                                          </p:val>
                                        </p:tav>
                                        <p:tav tm="100000">
                                          <p:val>
                                            <p:strVal val="#ppt_x"/>
                                          </p:val>
                                        </p:tav>
                                      </p:tavLst>
                                    </p:anim>
                                    <p:anim calcmode="lin" valueType="num">
                                      <p:cBhvr additive="base">
                                        <p:cTn id="38" dur="650" fill="hold" decel="100000"/>
                                        <p:tgtEl>
                                          <p:spTgt spid="14"/>
                                        </p:tgtEl>
                                        <p:attrNameLst>
                                          <p:attrName>ppt_y</p:attrName>
                                        </p:attrNameLst>
                                      </p:cBhvr>
                                      <p:tavLst>
                                        <p:tav tm="0">
                                          <p:val>
                                            <p:strVal val="#ppt_y"/>
                                          </p:val>
                                        </p:tav>
                                        <p:tav tm="100000">
                                          <p:val>
                                            <p:strVal val="#ppt_y"/>
                                          </p:val>
                                        </p:tav>
                                      </p:tavLst>
                                    </p:anim>
                                  </p:childTnLst>
                                </p:cTn>
                              </p:par>
                            </p:childTnLst>
                          </p:cTn>
                        </p:par>
                        <p:par>
                          <p:cTn id="39" fill="hold">
                            <p:stCondLst>
                              <p:cond delay="2200"/>
                            </p:stCondLst>
                            <p:childTnLst>
                              <p:par>
                                <p:cTn id="40" presetID="53" presetClass="entr" presetSubtype="16" fill="hold" grpId="0" nodeType="afterEffect">
                                  <p:stCondLst>
                                    <p:cond delay="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fill="hold" decel="100000"/>
                                        <p:tgtEl>
                                          <p:spTgt spid="15"/>
                                        </p:tgtEl>
                                        <p:attrNameLst>
                                          <p:attrName>ppt_w</p:attrName>
                                        </p:attrNameLst>
                                      </p:cBhvr>
                                      <p:tavLst>
                                        <p:tav tm="0">
                                          <p:val>
                                            <p:strVal val="0"/>
                                          </p:val>
                                        </p:tav>
                                        <p:tav tm="100000">
                                          <p:val>
                                            <p:strVal val="#ppt_w"/>
                                          </p:val>
                                        </p:tav>
                                      </p:tavLst>
                                    </p:anim>
                                    <p:anim calcmode="lin" valueType="num">
                                      <p:cBhvr additive="base">
                                        <p:cTn id="43" dur="500" fill="hold" decel="100000"/>
                                        <p:tgtEl>
                                          <p:spTgt spid="15"/>
                                        </p:tgtEl>
                                        <p:attrNameLst>
                                          <p:attrName>ppt_h</p:attrName>
                                        </p:attrNameLst>
                                      </p:cBhvr>
                                      <p:tavLst>
                                        <p:tav tm="0">
                                          <p:val>
                                            <p:strVal val="0"/>
                                          </p:val>
                                        </p:tav>
                                        <p:tav tm="100000">
                                          <p:val>
                                            <p:strVal val="#ppt_h"/>
                                          </p:val>
                                        </p:tav>
                                      </p:tavLst>
                                    </p:anim>
                                    <p:animEffect transition="in" filter="fade">
                                      <p:cBhvr>
                                        <p:cTn id="44" dur="500"/>
                                        <p:tgtEl>
                                          <p:spTgt spid="15"/>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decel="100000"/>
                                        <p:tgtEl>
                                          <p:spTgt spid="16"/>
                                        </p:tgtEl>
                                        <p:attrNameLst>
                                          <p:attrName>ppt_w</p:attrName>
                                        </p:attrNameLst>
                                      </p:cBhvr>
                                      <p:tavLst>
                                        <p:tav tm="0">
                                          <p:val>
                                            <p:strVal val="0"/>
                                          </p:val>
                                        </p:tav>
                                        <p:tav tm="100000">
                                          <p:val>
                                            <p:strVal val="#ppt_w"/>
                                          </p:val>
                                        </p:tav>
                                      </p:tavLst>
                                    </p:anim>
                                    <p:anim calcmode="lin" valueType="num">
                                      <p:cBhvr additive="base">
                                        <p:cTn id="48" dur="500" fill="hold" decel="100000"/>
                                        <p:tgtEl>
                                          <p:spTgt spid="16"/>
                                        </p:tgtEl>
                                        <p:attrNameLst>
                                          <p:attrName>ppt_h</p:attrName>
                                        </p:attrNameLst>
                                      </p:cBhvr>
                                      <p:tavLst>
                                        <p:tav tm="0">
                                          <p:val>
                                            <p:strVal val="0"/>
                                          </p:val>
                                        </p:tav>
                                        <p:tav tm="100000">
                                          <p:val>
                                            <p:strVal val="#ppt_h"/>
                                          </p:val>
                                        </p:tav>
                                      </p:tavLst>
                                    </p:anim>
                                    <p:animEffect transition="in" filter="fade">
                                      <p:cBhvr>
                                        <p:cTn id="49" dur="500"/>
                                        <p:tgtEl>
                                          <p:spTgt spid="16"/>
                                        </p:tgtEl>
                                      </p:cBhvr>
                                    </p:animEffect>
                                  </p:childTnLst>
                                </p:cTn>
                              </p:par>
                              <p:par>
                                <p:cTn id="50" presetID="2" presetClass="entr" presetSubtype="8"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650" fill="hold" decel="100000"/>
                                        <p:tgtEl>
                                          <p:spTgt spid="17"/>
                                        </p:tgtEl>
                                        <p:attrNameLst>
                                          <p:attrName>ppt_x</p:attrName>
                                        </p:attrNameLst>
                                      </p:cBhvr>
                                      <p:tavLst>
                                        <p:tav tm="0">
                                          <p:val>
                                            <p:strVal val="0-#ppt_w/2"/>
                                          </p:val>
                                        </p:tav>
                                        <p:tav tm="100000">
                                          <p:val>
                                            <p:strVal val="#ppt_x"/>
                                          </p:val>
                                        </p:tav>
                                      </p:tavLst>
                                    </p:anim>
                                    <p:anim calcmode="lin" valueType="num">
                                      <p:cBhvr additive="base">
                                        <p:cTn id="53" dur="650" fill="hold" decel="100000"/>
                                        <p:tgtEl>
                                          <p:spTgt spid="17"/>
                                        </p:tgtEl>
                                        <p:attrNameLst>
                                          <p:attrName>ppt_y</p:attrName>
                                        </p:attrNameLst>
                                      </p:cBhvr>
                                      <p:tavLst>
                                        <p:tav tm="0">
                                          <p:val>
                                            <p:strVal val="#ppt_y"/>
                                          </p:val>
                                        </p:tav>
                                        <p:tav tm="100000">
                                          <p:val>
                                            <p:strVal val="#ppt_y"/>
                                          </p:val>
                                        </p:tav>
                                      </p:tavLst>
                                    </p:anim>
                                  </p:childTnLst>
                                </p:cTn>
                              </p:par>
                            </p:childTnLst>
                          </p:cTn>
                        </p:par>
                        <p:par>
                          <p:cTn id="54" fill="hold">
                            <p:stCondLst>
                              <p:cond delay="3100"/>
                            </p:stCondLst>
                            <p:childTnLst>
                              <p:par>
                                <p:cTn id="55" presetID="53" presetClass="entr" presetSubtype="16" fill="hold" grpId="0" nodeType="afterEffect">
                                  <p:stCondLst>
                                    <p:cond delay="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800" fill="hold" decel="100000"/>
                                        <p:tgtEl>
                                          <p:spTgt spid="18"/>
                                        </p:tgtEl>
                                        <p:attrNameLst>
                                          <p:attrName>ppt_w</p:attrName>
                                        </p:attrNameLst>
                                      </p:cBhvr>
                                      <p:tavLst>
                                        <p:tav tm="0">
                                          <p:val>
                                            <p:strVal val="0"/>
                                          </p:val>
                                        </p:tav>
                                        <p:tav tm="100000">
                                          <p:val>
                                            <p:strVal val="#ppt_w"/>
                                          </p:val>
                                        </p:tav>
                                      </p:tavLst>
                                    </p:anim>
                                    <p:anim calcmode="lin" valueType="num">
                                      <p:cBhvr additive="base">
                                        <p:cTn id="58" dur="800" fill="hold" decel="100000"/>
                                        <p:tgtEl>
                                          <p:spTgt spid="18"/>
                                        </p:tgtEl>
                                        <p:attrNameLst>
                                          <p:attrName>ppt_h</p:attrName>
                                        </p:attrNameLst>
                                      </p:cBhvr>
                                      <p:tavLst>
                                        <p:tav tm="0">
                                          <p:val>
                                            <p:strVal val="0"/>
                                          </p:val>
                                        </p:tav>
                                        <p:tav tm="100000">
                                          <p:val>
                                            <p:strVal val="#ppt_h"/>
                                          </p:val>
                                        </p:tav>
                                      </p:tavLst>
                                    </p:anim>
                                    <p:animEffect transition="in" filter="fade">
                                      <p:cBhvr>
                                        <p:cTn id="59" dur="800"/>
                                        <p:tgtEl>
                                          <p:spTgt spid="18"/>
                                        </p:tgtEl>
                                      </p:cBhvr>
                                    </p:animEffect>
                                  </p:childTnLst>
                                </p:cTn>
                              </p:par>
                            </p:childTnLst>
                          </p:cTn>
                        </p:par>
                        <p:par>
                          <p:cTn id="60" fill="hold">
                            <p:stCondLst>
                              <p:cond delay="3700"/>
                            </p:stCondLst>
                            <p:childTnLst>
                              <p:par>
                                <p:cTn id="61" presetID="42" presetClass="entr" presetSubtype="0" fill="hold" grpId="0" nodeType="after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700"/>
                                        <p:tgtEl>
                                          <p:spTgt spid="19"/>
                                        </p:tgtEl>
                                      </p:cBhvr>
                                    </p:animEffect>
                                    <p:anim calcmode="lin" valueType="num">
                                      <p:cBhvr additive="base">
                                        <p:cTn id="64" dur="700" fill="hold" decel="100000"/>
                                        <p:tgtEl>
                                          <p:spTgt spid="19"/>
                                        </p:tgtEl>
                                        <p:attrNameLst>
                                          <p:attrName>ppt_x</p:attrName>
                                        </p:attrNameLst>
                                      </p:cBhvr>
                                      <p:tavLst>
                                        <p:tav tm="0">
                                          <p:val>
                                            <p:strVal val="#ppt_x"/>
                                          </p:val>
                                        </p:tav>
                                        <p:tav tm="100000">
                                          <p:val>
                                            <p:strVal val="#ppt_x"/>
                                          </p:val>
                                        </p:tav>
                                      </p:tavLst>
                                    </p:anim>
                                    <p:anim calcmode="lin" valueType="num">
                                      <p:cBhvr additive="base">
                                        <p:cTn id="65" dur="700" fill="hold" decel="100000"/>
                                        <p:tgtEl>
                                          <p:spTgt spid="19"/>
                                        </p:tgtEl>
                                        <p:attrNameLst>
                                          <p:attrName>ppt_y</p:attrName>
                                        </p:attrNameLst>
                                      </p:cBhvr>
                                      <p:tavLst>
                                        <p:tav tm="0">
                                          <p:val>
                                            <p:strVal val="#ppt_y+.1"/>
                                          </p:val>
                                        </p:tav>
                                        <p:tav tm="100000">
                                          <p:val>
                                            <p:strVal val="#ppt_y"/>
                                          </p:val>
                                        </p:tav>
                                      </p:tavLst>
                                    </p:anim>
                                  </p:childTnLst>
                                </p:cTn>
                              </p:par>
                            </p:childTnLst>
                          </p:cTn>
                        </p:par>
                        <p:par>
                          <p:cTn id="66" fill="hold">
                            <p:stCondLst>
                              <p:cond delay="3900"/>
                            </p:stCondLst>
                            <p:childTnLst>
                              <p:par>
                                <p:cTn id="67" presetID="10" presetClass="entr" presetSubtype="0" fill="hold" grpId="0" nodeType="afterEffect">
                                  <p:stCondLst>
                                    <p:cond delay="0"/>
                                  </p:stCondLst>
                                  <p:childTnLst>
                                    <p:set>
                                      <p:cBhvr>
                                        <p:cTn id="68" dur="1" fill="hold">
                                          <p:stCondLst>
                                            <p:cond delay="0"/>
                                          </p:stCondLst>
                                        </p:cTn>
                                        <p:tgtEl>
                                          <p:spTgt spid="4"/>
                                        </p:tgtEl>
                                        <p:attrNameLst>
                                          <p:attrName>style.visibility</p:attrName>
                                        </p:attrNameLst>
                                      </p:cBhvr>
                                      <p:to>
                                        <p:strVal val="visible"/>
                                      </p:to>
                                    </p:set>
                                    <p:animEffect transition="in" filter="fade">
                                      <p:cBhvr>
                                        <p:cTn id="69" dur="1000"/>
                                        <p:tgtEl>
                                          <p:spTgt spid="4"/>
                                        </p:tgtEl>
                                      </p:cBhvr>
                                    </p:animEffect>
                                  </p:childTnLst>
                                </p:cTn>
                              </p:par>
                            </p:childTnLst>
                          </p:cTn>
                        </p:par>
                        <p:par>
                          <p:cTn id="70" fill="hold">
                            <p:stCondLst>
                              <p:cond delay="4200"/>
                            </p:stCondLst>
                            <p:childTnLst>
                              <p:par>
                                <p:cTn id="71" presetID="10" presetClass="entr" presetSubtype="0" fill="hold" grpId="0" nodeType="afterEffect">
                                  <p:stCondLst>
                                    <p:cond delay="0"/>
                                  </p:stCondLst>
                                  <p:childTnLst>
                                    <p:set>
                                      <p:cBhvr>
                                        <p:cTn id="72" dur="1" fill="hold">
                                          <p:stCondLst>
                                            <p:cond delay="0"/>
                                          </p:stCondLst>
                                        </p:cTn>
                                        <p:tgtEl>
                                          <p:spTgt spid="20"/>
                                        </p:tgtEl>
                                        <p:attrNameLst>
                                          <p:attrName>style.visibility</p:attrName>
                                        </p:attrNameLst>
                                      </p:cBhvr>
                                      <p:to>
                                        <p:strVal val="visible"/>
                                      </p:to>
                                    </p:set>
                                    <p:animEffect transition="in" filter="fade">
                                      <p:cBhvr>
                                        <p:cTn id="73" dur="600"/>
                                        <p:tgtEl>
                                          <p:spTgt spid="20"/>
                                        </p:tgtEl>
                                      </p:cBhvr>
                                    </p:animEffect>
                                  </p:childTnLst>
                                </p:cTn>
                              </p:par>
                            </p:childTnLst>
                          </p:cTn>
                        </p:par>
                        <p:par>
                          <p:cTn id="74" fill="hold">
                            <p:stCondLst>
                              <p:cond delay="4600"/>
                            </p:stCondLst>
                            <p:childTnLst>
                              <p:par>
                                <p:cTn id="75" presetID="6" presetClass="emph" presetSubtype="0" fill="hold" grpId="1" nodeType="afterEffect">
                                  <p:stCondLst>
                                    <p:cond delay="0"/>
                                  </p:stCondLst>
                                  <p:childTnLst>
                                    <p:animScale>
                                      <p:cBhvr>
                                        <p:cTn id="76" dur="700" autoRev="1" fill="hold"/>
                                        <p:tgtEl>
                                          <p:spTgt spid="18"/>
                                        </p:tgtEl>
                                      </p:cBhvr>
                                      <p:by x="106000" y="106000"/>
                                    </p:animScale>
                                  </p:childTnLst>
                                </p:cTn>
                              </p:par>
                            </p:childTnLst>
                          </p:cTn>
                        </p:par>
                        <p:par>
                          <p:cTn id="77" fill="hold">
                            <p:stCondLst>
                              <p:cond delay="7400"/>
                            </p:stCondLst>
                            <p:childTnLst>
                              <p:par>
                                <p:cTn id="78" presetID="10" presetClass="entr" presetSubtype="0" fill="hold" grpId="0" nodeType="afterEffect">
                                  <p:stCondLst>
                                    <p:cond delay="0"/>
                                  </p:stCondLst>
                                  <p:childTnLst>
                                    <p:set>
                                      <p:cBhvr>
                                        <p:cTn id="79" dur="1" fill="hold">
                                          <p:stCondLst>
                                            <p:cond delay="0"/>
                                          </p:stCondLst>
                                        </p:cTn>
                                        <p:tgtEl>
                                          <p:spTgt spid="5"/>
                                        </p:tgtEl>
                                        <p:attrNameLst>
                                          <p:attrName>style.visibility</p:attrName>
                                        </p:attrNameLst>
                                      </p:cBhvr>
                                      <p:to>
                                        <p:strVal val="visible"/>
                                      </p:to>
                                    </p:set>
                                    <p:animEffect transition="in" filter="fade">
                                      <p:cBhvr>
                                        <p:cTn id="80" dur="1000"/>
                                        <p:tgtEl>
                                          <p:spTgt spid="5"/>
                                        </p:tgtEl>
                                      </p:cBhvr>
                                    </p:animEffect>
                                  </p:childTnLst>
                                </p:cTn>
                              </p:par>
                            </p:childTnLst>
                          </p:cTn>
                        </p:par>
                        <p:par>
                          <p:cTn id="81" fill="hold">
                            <p:stCondLst>
                              <p:cond delay="10900"/>
                            </p:stCondLst>
                            <p:childTnLst>
                              <p:par>
                                <p:cTn id="82" presetID="10" presetClass="entr" presetSubtype="0" fill="hold" grpId="0" nodeType="afterEffect">
                                  <p:stCondLst>
                                    <p:cond delay="0"/>
                                  </p:stCondLst>
                                  <p:childTnLst>
                                    <p:set>
                                      <p:cBhvr>
                                        <p:cTn id="83" dur="1" fill="hold">
                                          <p:stCondLst>
                                            <p:cond delay="0"/>
                                          </p:stCondLst>
                                        </p:cTn>
                                        <p:tgtEl>
                                          <p:spTgt spid="6"/>
                                        </p:tgtEl>
                                        <p:attrNameLst>
                                          <p:attrName>style.visibility</p:attrName>
                                        </p:attrNameLst>
                                      </p:cBhvr>
                                      <p:to>
                                        <p:strVal val="visible"/>
                                      </p:to>
                                    </p:set>
                                    <p:animEffect transition="in" filter="fade">
                                      <p:cBhvr>
                                        <p:cTn id="84" dur="1000"/>
                                        <p:tgtEl>
                                          <p:spTgt spid="6"/>
                                        </p:tgtEl>
                                      </p:cBhvr>
                                    </p:animEffect>
                                  </p:childTnLst>
                                </p:cTn>
                              </p:par>
                            </p:childTnLst>
                          </p:cTn>
                        </p:par>
                        <p:par>
                          <p:cTn id="85" fill="hold">
                            <p:stCondLst>
                              <p:cond delay="11950"/>
                            </p:stCondLst>
                            <p:childTnLst>
                              <p:par>
                                <p:cTn id="86" presetID="1" presetClass="exit" presetSubtype="0" fill="hold" grpId="1" nodeType="afterEffect">
                                  <p:stCondLst>
                                    <p:cond delay="0"/>
                                  </p:stCondLst>
                                  <p:childTnLst>
                                    <p:set>
                                      <p:cBhvr>
                                        <p:cTn id="87" dur="1" fill="hold">
                                          <p:stCondLst>
                                            <p:cond delay="0"/>
                                          </p:stCondLst>
                                        </p:cTn>
                                        <p:tgtEl>
                                          <p:spTgt spid="4"/>
                                        </p:tgtEl>
                                        <p:attrNameLst>
                                          <p:attrName>style.visibility</p:attrName>
                                        </p:attrNameLst>
                                      </p:cBhvr>
                                      <p:to>
                                        <p:strVal val="hidden"/>
                                      </p:to>
                                    </p:set>
                                  </p:childTnLst>
                                </p:cTn>
                              </p:par>
                              <p:par>
                                <p:cTn id="88" presetID="1" presetClass="exit" presetSubtype="0" fill="hold" grpId="1" nodeType="withEffect">
                                  <p:stCondLst>
                                    <p:cond delay="0"/>
                                  </p:stCondLst>
                                  <p:childTnLst>
                                    <p:set>
                                      <p:cBhvr>
                                        <p:cTn id="89" dur="1" fill="hold">
                                          <p:stCondLst>
                                            <p:cond delay="0"/>
                                          </p:stCondLst>
                                        </p:cTn>
                                        <p:tgtEl>
                                          <p:spTgt spid="5"/>
                                        </p:tgtEl>
                                        <p:attrNameLst>
                                          <p:attrName>style.visibility</p:attrName>
                                        </p:attrNameLst>
                                      </p:cBhvr>
                                      <p:to>
                                        <p:strVal val="hidden"/>
                                      </p:to>
                                    </p:set>
                                  </p:childTnLst>
                                </p:cTn>
                              </p:par>
                            </p:childTnLst>
                          </p:cTn>
                        </p:par>
                        <p:par>
                          <p:cTn id="90" fill="hold">
                            <p:stCondLst>
                              <p:cond delay="14400"/>
                            </p:stCondLst>
                            <p:childTnLst>
                              <p:par>
                                <p:cTn id="91" presetID="10" presetClass="exit" presetSubtype="0" fill="hold" grpId="1" nodeType="afterEffect">
                                  <p:stCondLst>
                                    <p:cond delay="0"/>
                                  </p:stCondLst>
                                  <p:childTnLst>
                                    <p:animEffect transition="out" filter="fade">
                                      <p:cBhvr>
                                        <p:cTn id="92" dur="1000"/>
                                        <p:tgtEl>
                                          <p:spTgt spid="6"/>
                                        </p:tgtEl>
                                      </p:cBhvr>
                                    </p:animEffect>
                                    <p:set>
                                      <p:cBhvr>
                                        <p:cTn id="93" dur="1" fill="hold">
                                          <p:stCondLst>
                                            <p:cond delay="999"/>
                                          </p:stCondLst>
                                        </p:cTn>
                                        <p:tgtEl>
                                          <p:spTgt spid="6"/>
                                        </p:tgtEl>
                                        <p:attrNameLst>
                                          <p:attrName>style.visibility</p:attrName>
                                        </p:attrNameLst>
                                      </p:cBhvr>
                                      <p:to>
                                        <p:strVal val="hidden"/>
                                      </p:to>
                                    </p:set>
                                  </p:childTnLst>
                                </p:cTn>
                              </p:par>
                            </p:childTnLst>
                          </p:cTn>
                        </p:par>
                        <p:par>
                          <p:cTn id="94" fill="hold">
                            <p:stCondLst>
                              <p:cond delay="17900"/>
                            </p:stCondLst>
                            <p:childTnLst>
                              <p:par>
                                <p:cTn id="95" presetID="10" presetClass="entr" presetSubtype="0" fill="hold" grpId="2" nodeType="afterEffect">
                                  <p:stCondLst>
                                    <p:cond delay="0"/>
                                  </p:stCondLst>
                                  <p:childTnLst>
                                    <p:set>
                                      <p:cBhvr>
                                        <p:cTn id="96" dur="1" fill="hold">
                                          <p:stCondLst>
                                            <p:cond delay="0"/>
                                          </p:stCondLst>
                                        </p:cTn>
                                        <p:tgtEl>
                                          <p:spTgt spid="4"/>
                                        </p:tgtEl>
                                        <p:attrNameLst>
                                          <p:attrName>style.visibility</p:attrName>
                                        </p:attrNameLst>
                                      </p:cBhvr>
                                      <p:to>
                                        <p:strVal val="visible"/>
                                      </p:to>
                                    </p:set>
                                    <p:animEffect transition="in" filter="fade">
                                      <p:cBhvr>
                                        <p:cTn id="97" dur="1000"/>
                                        <p:tgtEl>
                                          <p:spTgt spid="4"/>
                                        </p:tgtEl>
                                      </p:cBhvr>
                                    </p:animEffect>
                                  </p:childTnLst>
                                </p:cTn>
                              </p:par>
                            </p:childTnLst>
                          </p:cTn>
                        </p:par>
                        <p:par>
                          <p:cTn id="98" fill="hold">
                            <p:stCondLst>
                              <p:cond delay="21400"/>
                            </p:stCondLst>
                            <p:childTnLst>
                              <p:par>
                                <p:cTn id="99" presetID="10" presetClass="entr" presetSubtype="0" fill="hold" grpId="2" nodeType="afterEffect">
                                  <p:stCondLst>
                                    <p:cond delay="0"/>
                                  </p:stCondLst>
                                  <p:childTnLst>
                                    <p:set>
                                      <p:cBhvr>
                                        <p:cTn id="100" dur="1" fill="hold">
                                          <p:stCondLst>
                                            <p:cond delay="0"/>
                                          </p:stCondLst>
                                        </p:cTn>
                                        <p:tgtEl>
                                          <p:spTgt spid="5"/>
                                        </p:tgtEl>
                                        <p:attrNameLst>
                                          <p:attrName>style.visibility</p:attrName>
                                        </p:attrNameLst>
                                      </p:cBhvr>
                                      <p:to>
                                        <p:strVal val="visible"/>
                                      </p:to>
                                    </p:set>
                                    <p:animEffect transition="in" filter="fade">
                                      <p:cBhvr>
                                        <p:cTn id="101" dur="1000"/>
                                        <p:tgtEl>
                                          <p:spTgt spid="5"/>
                                        </p:tgtEl>
                                      </p:cBhvr>
                                    </p:animEffect>
                                  </p:childTnLst>
                                </p:cTn>
                              </p:par>
                            </p:childTnLst>
                          </p:cTn>
                        </p:par>
                        <p:par>
                          <p:cTn id="102" fill="hold">
                            <p:stCondLst>
                              <p:cond delay="24900"/>
                            </p:stCondLst>
                            <p:childTnLst>
                              <p:par>
                                <p:cTn id="103" presetID="10" presetClass="entr" presetSubtype="0" fill="hold" grpId="2" nodeType="afterEffect">
                                  <p:stCondLst>
                                    <p:cond delay="0"/>
                                  </p:stCondLst>
                                  <p:childTnLst>
                                    <p:set>
                                      <p:cBhvr>
                                        <p:cTn id="104" dur="1" fill="hold">
                                          <p:stCondLst>
                                            <p:cond delay="0"/>
                                          </p:stCondLst>
                                        </p:cTn>
                                        <p:tgtEl>
                                          <p:spTgt spid="6"/>
                                        </p:tgtEl>
                                        <p:attrNameLst>
                                          <p:attrName>style.visibility</p:attrName>
                                        </p:attrNameLst>
                                      </p:cBhvr>
                                      <p:to>
                                        <p:strVal val="visible"/>
                                      </p:to>
                                    </p:set>
                                    <p:animEffect transition="in" filter="fade">
                                      <p:cBhvr>
                                        <p:cTn id="105" dur="1000"/>
                                        <p:tgtEl>
                                          <p:spTgt spid="6"/>
                                        </p:tgtEl>
                                      </p:cBhvr>
                                    </p:animEffect>
                                  </p:childTnLst>
                                </p:cTn>
                              </p:par>
                            </p:childTnLst>
                          </p:cTn>
                        </p:par>
                        <p:par>
                          <p:cTn id="106" fill="hold">
                            <p:stCondLst>
                              <p:cond delay="25950"/>
                            </p:stCondLst>
                            <p:childTnLst>
                              <p:par>
                                <p:cTn id="107" presetID="1" presetClass="exit" presetSubtype="0" fill="hold" grpId="3" nodeType="afterEffect">
                                  <p:stCondLst>
                                    <p:cond delay="0"/>
                                  </p:stCondLst>
                                  <p:childTnLst>
                                    <p:set>
                                      <p:cBhvr>
                                        <p:cTn id="108" dur="1" fill="hold">
                                          <p:stCondLst>
                                            <p:cond delay="0"/>
                                          </p:stCondLst>
                                        </p:cTn>
                                        <p:tgtEl>
                                          <p:spTgt spid="4"/>
                                        </p:tgtEl>
                                        <p:attrNameLst>
                                          <p:attrName>style.visibility</p:attrName>
                                        </p:attrNameLst>
                                      </p:cBhvr>
                                      <p:to>
                                        <p:strVal val="hidden"/>
                                      </p:to>
                                    </p:set>
                                  </p:childTnLst>
                                </p:cTn>
                              </p:par>
                              <p:par>
                                <p:cTn id="109" presetID="1" presetClass="exit" presetSubtype="0" fill="hold" grpId="3" nodeType="withEffect">
                                  <p:stCondLst>
                                    <p:cond delay="0"/>
                                  </p:stCondLst>
                                  <p:childTnLst>
                                    <p:set>
                                      <p:cBhvr>
                                        <p:cTn id="110" dur="1" fill="hold">
                                          <p:stCondLst>
                                            <p:cond delay="0"/>
                                          </p:stCondLst>
                                        </p:cTn>
                                        <p:tgtEl>
                                          <p:spTgt spid="5"/>
                                        </p:tgtEl>
                                        <p:attrNameLst>
                                          <p:attrName>style.visibility</p:attrName>
                                        </p:attrNameLst>
                                      </p:cBhvr>
                                      <p:to>
                                        <p:strVal val="hidden"/>
                                      </p:to>
                                    </p:set>
                                  </p:childTnLst>
                                </p:cTn>
                              </p:par>
                            </p:childTnLst>
                          </p:cTn>
                        </p:par>
                        <p:par>
                          <p:cTn id="111" fill="hold">
                            <p:stCondLst>
                              <p:cond delay="28400"/>
                            </p:stCondLst>
                            <p:childTnLst>
                              <p:par>
                                <p:cTn id="112" presetID="10" presetClass="exit" presetSubtype="0" fill="hold" grpId="3" nodeType="afterEffect">
                                  <p:stCondLst>
                                    <p:cond delay="0"/>
                                  </p:stCondLst>
                                  <p:childTnLst>
                                    <p:animEffect transition="out" filter="fade">
                                      <p:cBhvr>
                                        <p:cTn id="113" dur="1000"/>
                                        <p:tgtEl>
                                          <p:spTgt spid="6"/>
                                        </p:tgtEl>
                                      </p:cBhvr>
                                    </p:animEffect>
                                    <p:set>
                                      <p:cBhvr>
                                        <p:cTn id="114" dur="1" fill="hold">
                                          <p:stCondLst>
                                            <p:cond delay="999"/>
                                          </p:stCondLst>
                                        </p:cTn>
                                        <p:tgtEl>
                                          <p:spTgt spid="6"/>
                                        </p:tgtEl>
                                        <p:attrNameLst>
                                          <p:attrName>style.visibility</p:attrName>
                                        </p:attrNameLst>
                                      </p:cBhvr>
                                      <p:to>
                                        <p:strVal val="hidden"/>
                                      </p:to>
                                    </p:set>
                                  </p:childTnLst>
                                </p:cTn>
                              </p:par>
                            </p:childTnLst>
                          </p:cTn>
                        </p:par>
                        <p:par>
                          <p:cTn id="115" fill="hold">
                            <p:stCondLst>
                              <p:cond delay="31900"/>
                            </p:stCondLst>
                            <p:childTnLst>
                              <p:par>
                                <p:cTn id="116" presetID="10" presetClass="entr" presetSubtype="0" fill="hold" grpId="4" nodeType="afterEffect">
                                  <p:stCondLst>
                                    <p:cond delay="0"/>
                                  </p:stCondLst>
                                  <p:childTnLst>
                                    <p:set>
                                      <p:cBhvr>
                                        <p:cTn id="117" dur="1" fill="hold">
                                          <p:stCondLst>
                                            <p:cond delay="0"/>
                                          </p:stCondLst>
                                        </p:cTn>
                                        <p:tgtEl>
                                          <p:spTgt spid="4"/>
                                        </p:tgtEl>
                                        <p:attrNameLst>
                                          <p:attrName>style.visibility</p:attrName>
                                        </p:attrNameLst>
                                      </p:cBhvr>
                                      <p:to>
                                        <p:strVal val="visible"/>
                                      </p:to>
                                    </p:set>
                                    <p:animEffect transition="in" filter="fade">
                                      <p:cBhvr>
                                        <p:cTn id="118" dur="1000"/>
                                        <p:tgtEl>
                                          <p:spTgt spid="4"/>
                                        </p:tgtEl>
                                      </p:cBhvr>
                                    </p:animEffect>
                                  </p:childTnLst>
                                </p:cTn>
                              </p:par>
                            </p:childTnLst>
                          </p:cTn>
                        </p:par>
                        <p:par>
                          <p:cTn id="119" fill="hold">
                            <p:stCondLst>
                              <p:cond delay="35400"/>
                            </p:stCondLst>
                            <p:childTnLst>
                              <p:par>
                                <p:cTn id="120" presetID="10" presetClass="entr" presetSubtype="0" fill="hold" grpId="4" nodeType="afterEffect">
                                  <p:stCondLst>
                                    <p:cond delay="0"/>
                                  </p:stCondLst>
                                  <p:childTnLst>
                                    <p:set>
                                      <p:cBhvr>
                                        <p:cTn id="121" dur="1" fill="hold">
                                          <p:stCondLst>
                                            <p:cond delay="0"/>
                                          </p:stCondLst>
                                        </p:cTn>
                                        <p:tgtEl>
                                          <p:spTgt spid="5"/>
                                        </p:tgtEl>
                                        <p:attrNameLst>
                                          <p:attrName>style.visibility</p:attrName>
                                        </p:attrNameLst>
                                      </p:cBhvr>
                                      <p:to>
                                        <p:strVal val="visible"/>
                                      </p:to>
                                    </p:set>
                                    <p:animEffect transition="in" filter="fade">
                                      <p:cBhvr>
                                        <p:cTn id="122" dur="1000"/>
                                        <p:tgtEl>
                                          <p:spTgt spid="5"/>
                                        </p:tgtEl>
                                      </p:cBhvr>
                                    </p:animEffect>
                                  </p:childTnLst>
                                </p:cTn>
                              </p:par>
                            </p:childTnLst>
                          </p:cTn>
                        </p:par>
                        <p:par>
                          <p:cTn id="123" fill="hold">
                            <p:stCondLst>
                              <p:cond delay="38900"/>
                            </p:stCondLst>
                            <p:childTnLst>
                              <p:par>
                                <p:cTn id="124" presetID="10" presetClass="entr" presetSubtype="0" fill="hold" grpId="4" nodeType="afterEffect">
                                  <p:stCondLst>
                                    <p:cond delay="0"/>
                                  </p:stCondLst>
                                  <p:childTnLst>
                                    <p:set>
                                      <p:cBhvr>
                                        <p:cTn id="125" dur="1" fill="hold">
                                          <p:stCondLst>
                                            <p:cond delay="0"/>
                                          </p:stCondLst>
                                        </p:cTn>
                                        <p:tgtEl>
                                          <p:spTgt spid="6"/>
                                        </p:tgtEl>
                                        <p:attrNameLst>
                                          <p:attrName>style.visibility</p:attrName>
                                        </p:attrNameLst>
                                      </p:cBhvr>
                                      <p:to>
                                        <p:strVal val="visible"/>
                                      </p:to>
                                    </p:set>
                                    <p:animEffect transition="in" filter="fade">
                                      <p:cBhvr>
                                        <p:cTn id="126" dur="1000"/>
                                        <p:tgtEl>
                                          <p:spTgt spid="6"/>
                                        </p:tgtEl>
                                      </p:cBhvr>
                                    </p:animEffect>
                                  </p:childTnLst>
                                </p:cTn>
                              </p:par>
                            </p:childTnLst>
                          </p:cTn>
                        </p:par>
                        <p:par>
                          <p:cTn id="127" fill="hold">
                            <p:stCondLst>
                              <p:cond delay="39950"/>
                            </p:stCondLst>
                            <p:childTnLst>
                              <p:par>
                                <p:cTn id="128" presetID="1" presetClass="exit" presetSubtype="0" fill="hold" grpId="5" nodeType="afterEffect">
                                  <p:stCondLst>
                                    <p:cond delay="0"/>
                                  </p:stCondLst>
                                  <p:childTnLst>
                                    <p:set>
                                      <p:cBhvr>
                                        <p:cTn id="129" dur="1" fill="hold">
                                          <p:stCondLst>
                                            <p:cond delay="0"/>
                                          </p:stCondLst>
                                        </p:cTn>
                                        <p:tgtEl>
                                          <p:spTgt spid="4"/>
                                        </p:tgtEl>
                                        <p:attrNameLst>
                                          <p:attrName>style.visibility</p:attrName>
                                        </p:attrNameLst>
                                      </p:cBhvr>
                                      <p:to>
                                        <p:strVal val="hidden"/>
                                      </p:to>
                                    </p:set>
                                  </p:childTnLst>
                                </p:cTn>
                              </p:par>
                              <p:par>
                                <p:cTn id="130" presetID="1" presetClass="exit" presetSubtype="0" fill="hold" grpId="5" nodeType="withEffect">
                                  <p:stCondLst>
                                    <p:cond delay="0"/>
                                  </p:stCondLst>
                                  <p:childTnLst>
                                    <p:set>
                                      <p:cBhvr>
                                        <p:cTn id="131" dur="1" fill="hold">
                                          <p:stCondLst>
                                            <p:cond delay="0"/>
                                          </p:stCondLst>
                                        </p:cTn>
                                        <p:tgtEl>
                                          <p:spTgt spid="5"/>
                                        </p:tgtEl>
                                        <p:attrNameLst>
                                          <p:attrName>style.visibility</p:attrName>
                                        </p:attrNameLst>
                                      </p:cBhvr>
                                      <p:to>
                                        <p:strVal val="hidden"/>
                                      </p:to>
                                    </p:set>
                                  </p:childTnLst>
                                </p:cTn>
                              </p:par>
                            </p:childTnLst>
                          </p:cTn>
                        </p:par>
                        <p:par>
                          <p:cTn id="132" fill="hold">
                            <p:stCondLst>
                              <p:cond delay="42400"/>
                            </p:stCondLst>
                            <p:childTnLst>
                              <p:par>
                                <p:cTn id="133" presetID="10" presetClass="exit" presetSubtype="0" fill="hold" grpId="5" nodeType="afterEffect">
                                  <p:stCondLst>
                                    <p:cond delay="0"/>
                                  </p:stCondLst>
                                  <p:childTnLst>
                                    <p:animEffect transition="out" filter="fade">
                                      <p:cBhvr>
                                        <p:cTn id="134" dur="1000"/>
                                        <p:tgtEl>
                                          <p:spTgt spid="6"/>
                                        </p:tgtEl>
                                      </p:cBhvr>
                                    </p:animEffect>
                                    <p:set>
                                      <p:cBhvr>
                                        <p:cTn id="135" dur="1" fill="hold">
                                          <p:stCondLst>
                                            <p:cond delay="999"/>
                                          </p:stCondLst>
                                        </p:cTn>
                                        <p:tgtEl>
                                          <p:spTgt spid="6"/>
                                        </p:tgtEl>
                                        <p:attrNameLst>
                                          <p:attrName>style.visibility</p:attrName>
                                        </p:attrNameLst>
                                      </p:cBhvr>
                                      <p:to>
                                        <p:strVal val="hidden"/>
                                      </p:to>
                                    </p:set>
                                  </p:childTnLst>
                                </p:cTn>
                              </p:par>
                            </p:childTnLst>
                          </p:cTn>
                        </p:par>
                        <p:par>
                          <p:cTn id="136" fill="hold">
                            <p:stCondLst>
                              <p:cond delay="45900"/>
                            </p:stCondLst>
                            <p:childTnLst>
                              <p:par>
                                <p:cTn id="137" presetID="10" presetClass="entr" presetSubtype="0" fill="hold" grpId="6" nodeType="afterEffect">
                                  <p:stCondLst>
                                    <p:cond delay="0"/>
                                  </p:stCondLst>
                                  <p:childTnLst>
                                    <p:set>
                                      <p:cBhvr>
                                        <p:cTn id="138" dur="1" fill="hold">
                                          <p:stCondLst>
                                            <p:cond delay="0"/>
                                          </p:stCondLst>
                                        </p:cTn>
                                        <p:tgtEl>
                                          <p:spTgt spid="4"/>
                                        </p:tgtEl>
                                        <p:attrNameLst>
                                          <p:attrName>style.visibility</p:attrName>
                                        </p:attrNameLst>
                                      </p:cBhvr>
                                      <p:to>
                                        <p:strVal val="visible"/>
                                      </p:to>
                                    </p:set>
                                    <p:animEffect transition="in" filter="fade">
                                      <p:cBhvr>
                                        <p:cTn id="139" dur="1000"/>
                                        <p:tgtEl>
                                          <p:spTgt spid="4"/>
                                        </p:tgtEl>
                                      </p:cBhvr>
                                    </p:animEffect>
                                  </p:childTnLst>
                                </p:cTn>
                              </p:par>
                            </p:childTnLst>
                          </p:cTn>
                        </p:par>
                        <p:par>
                          <p:cTn id="140" fill="hold">
                            <p:stCondLst>
                              <p:cond delay="49400"/>
                            </p:stCondLst>
                            <p:childTnLst>
                              <p:par>
                                <p:cTn id="141" presetID="10" presetClass="entr" presetSubtype="0" fill="hold" grpId="6" nodeType="afterEffect">
                                  <p:stCondLst>
                                    <p:cond delay="0"/>
                                  </p:stCondLst>
                                  <p:childTnLst>
                                    <p:set>
                                      <p:cBhvr>
                                        <p:cTn id="142" dur="1" fill="hold">
                                          <p:stCondLst>
                                            <p:cond delay="0"/>
                                          </p:stCondLst>
                                        </p:cTn>
                                        <p:tgtEl>
                                          <p:spTgt spid="5"/>
                                        </p:tgtEl>
                                        <p:attrNameLst>
                                          <p:attrName>style.visibility</p:attrName>
                                        </p:attrNameLst>
                                      </p:cBhvr>
                                      <p:to>
                                        <p:strVal val="visible"/>
                                      </p:to>
                                    </p:set>
                                    <p:animEffect transition="in" filter="fade">
                                      <p:cBhvr>
                                        <p:cTn id="143" dur="1000"/>
                                        <p:tgtEl>
                                          <p:spTgt spid="5"/>
                                        </p:tgtEl>
                                      </p:cBhvr>
                                    </p:animEffect>
                                  </p:childTnLst>
                                </p:cTn>
                              </p:par>
                            </p:childTnLst>
                          </p:cTn>
                        </p:par>
                        <p:par>
                          <p:cTn id="144" fill="hold">
                            <p:stCondLst>
                              <p:cond delay="52900"/>
                            </p:stCondLst>
                            <p:childTnLst>
                              <p:par>
                                <p:cTn id="145" presetID="10" presetClass="entr" presetSubtype="0" fill="hold" grpId="6" nodeType="afterEffect">
                                  <p:stCondLst>
                                    <p:cond delay="0"/>
                                  </p:stCondLst>
                                  <p:childTnLst>
                                    <p:set>
                                      <p:cBhvr>
                                        <p:cTn id="146" dur="1" fill="hold">
                                          <p:stCondLst>
                                            <p:cond delay="0"/>
                                          </p:stCondLst>
                                        </p:cTn>
                                        <p:tgtEl>
                                          <p:spTgt spid="6"/>
                                        </p:tgtEl>
                                        <p:attrNameLst>
                                          <p:attrName>style.visibility</p:attrName>
                                        </p:attrNameLst>
                                      </p:cBhvr>
                                      <p:to>
                                        <p:strVal val="visible"/>
                                      </p:to>
                                    </p:set>
                                    <p:animEffect transition="in" filter="fade">
                                      <p:cBhvr>
                                        <p:cTn id="147" dur="1000"/>
                                        <p:tgtEl>
                                          <p:spTgt spid="6"/>
                                        </p:tgtEl>
                                      </p:cBhvr>
                                    </p:animEffect>
                                  </p:childTnLst>
                                </p:cTn>
                              </p:par>
                            </p:childTnLst>
                          </p:cTn>
                        </p:par>
                        <p:par>
                          <p:cTn id="148" fill="hold">
                            <p:stCondLst>
                              <p:cond delay="53950"/>
                            </p:stCondLst>
                            <p:childTnLst>
                              <p:par>
                                <p:cTn id="149" presetID="1" presetClass="exit" presetSubtype="0" fill="hold" grpId="7" nodeType="afterEffect">
                                  <p:stCondLst>
                                    <p:cond delay="0"/>
                                  </p:stCondLst>
                                  <p:childTnLst>
                                    <p:set>
                                      <p:cBhvr>
                                        <p:cTn id="150" dur="1" fill="hold">
                                          <p:stCondLst>
                                            <p:cond delay="0"/>
                                          </p:stCondLst>
                                        </p:cTn>
                                        <p:tgtEl>
                                          <p:spTgt spid="4"/>
                                        </p:tgtEl>
                                        <p:attrNameLst>
                                          <p:attrName>style.visibility</p:attrName>
                                        </p:attrNameLst>
                                      </p:cBhvr>
                                      <p:to>
                                        <p:strVal val="hidden"/>
                                      </p:to>
                                    </p:set>
                                  </p:childTnLst>
                                </p:cTn>
                              </p:par>
                              <p:par>
                                <p:cTn id="151" presetID="1" presetClass="exit" presetSubtype="0" fill="hold" grpId="7" nodeType="withEffect">
                                  <p:stCondLst>
                                    <p:cond delay="0"/>
                                  </p:stCondLst>
                                  <p:childTnLst>
                                    <p:set>
                                      <p:cBhvr>
                                        <p:cTn id="152" dur="1" fill="hold">
                                          <p:stCondLst>
                                            <p:cond delay="0"/>
                                          </p:stCondLst>
                                        </p:cTn>
                                        <p:tgtEl>
                                          <p:spTgt spid="5"/>
                                        </p:tgtEl>
                                        <p:attrNameLst>
                                          <p:attrName>style.visibility</p:attrName>
                                        </p:attrNameLst>
                                      </p:cBhvr>
                                      <p:to>
                                        <p:strVal val="hidden"/>
                                      </p:to>
                                    </p:set>
                                  </p:childTnLst>
                                </p:cTn>
                              </p:par>
                            </p:childTnLst>
                          </p:cTn>
                        </p:par>
                        <p:par>
                          <p:cTn id="153" fill="hold">
                            <p:stCondLst>
                              <p:cond delay="56400"/>
                            </p:stCondLst>
                            <p:childTnLst>
                              <p:par>
                                <p:cTn id="154" presetID="10" presetClass="exit" presetSubtype="0" fill="hold" grpId="7" nodeType="afterEffect">
                                  <p:stCondLst>
                                    <p:cond delay="0"/>
                                  </p:stCondLst>
                                  <p:childTnLst>
                                    <p:animEffect transition="out" filter="fade">
                                      <p:cBhvr>
                                        <p:cTn id="155" dur="1000"/>
                                        <p:tgtEl>
                                          <p:spTgt spid="6"/>
                                        </p:tgtEl>
                                      </p:cBhvr>
                                    </p:animEffect>
                                    <p:set>
                                      <p:cBhvr>
                                        <p:cTn id="156" dur="1" fill="hold">
                                          <p:stCondLst>
                                            <p:cond delay="999"/>
                                          </p:stCondLst>
                                        </p:cTn>
                                        <p:tgtEl>
                                          <p:spTgt spid="6"/>
                                        </p:tgtEl>
                                        <p:attrNameLst>
                                          <p:attrName>style.visibility</p:attrName>
                                        </p:attrNameLst>
                                      </p:cBhvr>
                                      <p:to>
                                        <p:strVal val="hidden"/>
                                      </p:to>
                                    </p:set>
                                  </p:childTnLst>
                                </p:cTn>
                              </p:par>
                            </p:childTnLst>
                          </p:cTn>
                        </p:par>
                        <p:par>
                          <p:cTn id="157" fill="hold">
                            <p:stCondLst>
                              <p:cond delay="59900"/>
                            </p:stCondLst>
                            <p:childTnLst>
                              <p:par>
                                <p:cTn id="158" presetID="10" presetClass="entr" presetSubtype="0" fill="hold" grpId="8" nodeType="afterEffect">
                                  <p:stCondLst>
                                    <p:cond delay="0"/>
                                  </p:stCondLst>
                                  <p:childTnLst>
                                    <p:set>
                                      <p:cBhvr>
                                        <p:cTn id="159" dur="1" fill="hold">
                                          <p:stCondLst>
                                            <p:cond delay="0"/>
                                          </p:stCondLst>
                                        </p:cTn>
                                        <p:tgtEl>
                                          <p:spTgt spid="4"/>
                                        </p:tgtEl>
                                        <p:attrNameLst>
                                          <p:attrName>style.visibility</p:attrName>
                                        </p:attrNameLst>
                                      </p:cBhvr>
                                      <p:to>
                                        <p:strVal val="visible"/>
                                      </p:to>
                                    </p:set>
                                    <p:animEffect transition="in" filter="fade">
                                      <p:cBhvr>
                                        <p:cTn id="160" dur="1000"/>
                                        <p:tgtEl>
                                          <p:spTgt spid="4"/>
                                        </p:tgtEl>
                                      </p:cBhvr>
                                    </p:animEffect>
                                  </p:childTnLst>
                                </p:cTn>
                              </p:par>
                            </p:childTnLst>
                          </p:cTn>
                        </p:par>
                        <p:par>
                          <p:cTn id="161" fill="hold">
                            <p:stCondLst>
                              <p:cond delay="63400"/>
                            </p:stCondLst>
                            <p:childTnLst>
                              <p:par>
                                <p:cTn id="162" presetID="10" presetClass="entr" presetSubtype="0" fill="hold" grpId="8" nodeType="afterEffect">
                                  <p:stCondLst>
                                    <p:cond delay="0"/>
                                  </p:stCondLst>
                                  <p:childTnLst>
                                    <p:set>
                                      <p:cBhvr>
                                        <p:cTn id="163" dur="1" fill="hold">
                                          <p:stCondLst>
                                            <p:cond delay="0"/>
                                          </p:stCondLst>
                                        </p:cTn>
                                        <p:tgtEl>
                                          <p:spTgt spid="5"/>
                                        </p:tgtEl>
                                        <p:attrNameLst>
                                          <p:attrName>style.visibility</p:attrName>
                                        </p:attrNameLst>
                                      </p:cBhvr>
                                      <p:to>
                                        <p:strVal val="visible"/>
                                      </p:to>
                                    </p:set>
                                    <p:animEffect transition="in" filter="fade">
                                      <p:cBhvr>
                                        <p:cTn id="164" dur="1000"/>
                                        <p:tgtEl>
                                          <p:spTgt spid="5"/>
                                        </p:tgtEl>
                                      </p:cBhvr>
                                    </p:animEffect>
                                  </p:childTnLst>
                                </p:cTn>
                              </p:par>
                            </p:childTnLst>
                          </p:cTn>
                        </p:par>
                        <p:par>
                          <p:cTn id="165" fill="hold">
                            <p:stCondLst>
                              <p:cond delay="66900"/>
                            </p:stCondLst>
                            <p:childTnLst>
                              <p:par>
                                <p:cTn id="166" presetID="10" presetClass="entr" presetSubtype="0" fill="hold" grpId="8" nodeType="afterEffect">
                                  <p:stCondLst>
                                    <p:cond delay="0"/>
                                  </p:stCondLst>
                                  <p:childTnLst>
                                    <p:set>
                                      <p:cBhvr>
                                        <p:cTn id="167" dur="1" fill="hold">
                                          <p:stCondLst>
                                            <p:cond delay="0"/>
                                          </p:stCondLst>
                                        </p:cTn>
                                        <p:tgtEl>
                                          <p:spTgt spid="6"/>
                                        </p:tgtEl>
                                        <p:attrNameLst>
                                          <p:attrName>style.visibility</p:attrName>
                                        </p:attrNameLst>
                                      </p:cBhvr>
                                      <p:to>
                                        <p:strVal val="visible"/>
                                      </p:to>
                                    </p:set>
                                    <p:animEffect transition="in" filter="fade">
                                      <p:cBhvr>
                                        <p:cTn id="168" dur="1000"/>
                                        <p:tgtEl>
                                          <p:spTgt spid="6"/>
                                        </p:tgtEl>
                                      </p:cBhvr>
                                    </p:animEffect>
                                  </p:childTnLst>
                                </p:cTn>
                              </p:par>
                            </p:childTnLst>
                          </p:cTn>
                        </p:par>
                        <p:par>
                          <p:cTn id="169" fill="hold">
                            <p:stCondLst>
                              <p:cond delay="67950"/>
                            </p:stCondLst>
                            <p:childTnLst>
                              <p:par>
                                <p:cTn id="170" presetID="1" presetClass="exit" presetSubtype="0" fill="hold" grpId="9" nodeType="afterEffect">
                                  <p:stCondLst>
                                    <p:cond delay="0"/>
                                  </p:stCondLst>
                                  <p:childTnLst>
                                    <p:set>
                                      <p:cBhvr>
                                        <p:cTn id="171" dur="1" fill="hold">
                                          <p:stCondLst>
                                            <p:cond delay="0"/>
                                          </p:stCondLst>
                                        </p:cTn>
                                        <p:tgtEl>
                                          <p:spTgt spid="4"/>
                                        </p:tgtEl>
                                        <p:attrNameLst>
                                          <p:attrName>style.visibility</p:attrName>
                                        </p:attrNameLst>
                                      </p:cBhvr>
                                      <p:to>
                                        <p:strVal val="hidden"/>
                                      </p:to>
                                    </p:set>
                                  </p:childTnLst>
                                </p:cTn>
                              </p:par>
                              <p:par>
                                <p:cTn id="172" presetID="1" presetClass="exit" presetSubtype="0" fill="hold" grpId="9" nodeType="withEffect">
                                  <p:stCondLst>
                                    <p:cond delay="0"/>
                                  </p:stCondLst>
                                  <p:childTnLst>
                                    <p:set>
                                      <p:cBhvr>
                                        <p:cTn id="173" dur="1" fill="hold">
                                          <p:stCondLst>
                                            <p:cond delay="0"/>
                                          </p:stCondLst>
                                        </p:cTn>
                                        <p:tgtEl>
                                          <p:spTgt spid="5"/>
                                        </p:tgtEl>
                                        <p:attrNameLst>
                                          <p:attrName>style.visibility</p:attrName>
                                        </p:attrNameLst>
                                      </p:cBhvr>
                                      <p:to>
                                        <p:strVal val="hidden"/>
                                      </p:to>
                                    </p:set>
                                  </p:childTnLst>
                                </p:cTn>
                              </p:par>
                            </p:childTnLst>
                          </p:cTn>
                        </p:par>
                        <p:par>
                          <p:cTn id="174" fill="hold">
                            <p:stCondLst>
                              <p:cond delay="70400"/>
                            </p:stCondLst>
                            <p:childTnLst>
                              <p:par>
                                <p:cTn id="175" presetID="10" presetClass="exit" presetSubtype="0" fill="hold" grpId="9" nodeType="afterEffect">
                                  <p:stCondLst>
                                    <p:cond delay="0"/>
                                  </p:stCondLst>
                                  <p:childTnLst>
                                    <p:animEffect transition="out" filter="fade">
                                      <p:cBhvr>
                                        <p:cTn id="176" dur="1000"/>
                                        <p:tgtEl>
                                          <p:spTgt spid="6"/>
                                        </p:tgtEl>
                                      </p:cBhvr>
                                    </p:animEffect>
                                    <p:set>
                                      <p:cBhvr>
                                        <p:cTn id="177" dur="1" fill="hold">
                                          <p:stCondLst>
                                            <p:cond delay="999"/>
                                          </p:stCondLst>
                                        </p:cTn>
                                        <p:tgtEl>
                                          <p:spTgt spid="6"/>
                                        </p:tgtEl>
                                        <p:attrNameLst>
                                          <p:attrName>style.visibility</p:attrName>
                                        </p:attrNameLst>
                                      </p:cBhvr>
                                      <p:to>
                                        <p:strVal val="hidden"/>
                                      </p:to>
                                    </p:set>
                                  </p:childTnLst>
                                </p:cTn>
                              </p:par>
                            </p:childTnLst>
                          </p:cTn>
                        </p:par>
                        <p:par>
                          <p:cTn id="178" fill="hold">
                            <p:stCondLst>
                              <p:cond delay="73900"/>
                            </p:stCondLst>
                            <p:childTnLst>
                              <p:par>
                                <p:cTn id="179" presetID="10" presetClass="entr" presetSubtype="0" fill="hold" grpId="10" nodeType="afterEffect">
                                  <p:stCondLst>
                                    <p:cond delay="0"/>
                                  </p:stCondLst>
                                  <p:childTnLst>
                                    <p:set>
                                      <p:cBhvr>
                                        <p:cTn id="180" dur="1" fill="hold">
                                          <p:stCondLst>
                                            <p:cond delay="0"/>
                                          </p:stCondLst>
                                        </p:cTn>
                                        <p:tgtEl>
                                          <p:spTgt spid="4"/>
                                        </p:tgtEl>
                                        <p:attrNameLst>
                                          <p:attrName>style.visibility</p:attrName>
                                        </p:attrNameLst>
                                      </p:cBhvr>
                                      <p:to>
                                        <p:strVal val="visible"/>
                                      </p:to>
                                    </p:set>
                                    <p:animEffect transition="in" filter="fade">
                                      <p:cBhvr>
                                        <p:cTn id="181" dur="1000"/>
                                        <p:tgtEl>
                                          <p:spTgt spid="4"/>
                                        </p:tgtEl>
                                      </p:cBhvr>
                                    </p:animEffect>
                                  </p:childTnLst>
                                </p:cTn>
                              </p:par>
                            </p:childTnLst>
                          </p:cTn>
                        </p:par>
                        <p:par>
                          <p:cTn id="182" fill="hold">
                            <p:stCondLst>
                              <p:cond delay="77400"/>
                            </p:stCondLst>
                            <p:childTnLst>
                              <p:par>
                                <p:cTn id="183" presetID="10" presetClass="entr" presetSubtype="0" fill="hold" grpId="10" nodeType="afterEffect">
                                  <p:stCondLst>
                                    <p:cond delay="0"/>
                                  </p:stCondLst>
                                  <p:childTnLst>
                                    <p:set>
                                      <p:cBhvr>
                                        <p:cTn id="184" dur="1" fill="hold">
                                          <p:stCondLst>
                                            <p:cond delay="0"/>
                                          </p:stCondLst>
                                        </p:cTn>
                                        <p:tgtEl>
                                          <p:spTgt spid="5"/>
                                        </p:tgtEl>
                                        <p:attrNameLst>
                                          <p:attrName>style.visibility</p:attrName>
                                        </p:attrNameLst>
                                      </p:cBhvr>
                                      <p:to>
                                        <p:strVal val="visible"/>
                                      </p:to>
                                    </p:set>
                                    <p:animEffect transition="in" filter="fade">
                                      <p:cBhvr>
                                        <p:cTn id="185" dur="1000"/>
                                        <p:tgtEl>
                                          <p:spTgt spid="5"/>
                                        </p:tgtEl>
                                      </p:cBhvr>
                                    </p:animEffect>
                                  </p:childTnLst>
                                </p:cTn>
                              </p:par>
                            </p:childTnLst>
                          </p:cTn>
                        </p:par>
                        <p:par>
                          <p:cTn id="186" fill="hold">
                            <p:stCondLst>
                              <p:cond delay="80900"/>
                            </p:stCondLst>
                            <p:childTnLst>
                              <p:par>
                                <p:cTn id="187" presetID="10" presetClass="entr" presetSubtype="0" fill="hold" grpId="10" nodeType="afterEffect">
                                  <p:stCondLst>
                                    <p:cond delay="0"/>
                                  </p:stCondLst>
                                  <p:childTnLst>
                                    <p:set>
                                      <p:cBhvr>
                                        <p:cTn id="188" dur="1" fill="hold">
                                          <p:stCondLst>
                                            <p:cond delay="0"/>
                                          </p:stCondLst>
                                        </p:cTn>
                                        <p:tgtEl>
                                          <p:spTgt spid="6"/>
                                        </p:tgtEl>
                                        <p:attrNameLst>
                                          <p:attrName>style.visibility</p:attrName>
                                        </p:attrNameLst>
                                      </p:cBhvr>
                                      <p:to>
                                        <p:strVal val="visible"/>
                                      </p:to>
                                    </p:set>
                                    <p:animEffect transition="in" filter="fade">
                                      <p:cBhvr>
                                        <p:cTn id="189" dur="1000"/>
                                        <p:tgtEl>
                                          <p:spTgt spid="6"/>
                                        </p:tgtEl>
                                      </p:cBhvr>
                                    </p:animEffect>
                                  </p:childTnLst>
                                </p:cTn>
                              </p:par>
                            </p:childTnLst>
                          </p:cTn>
                        </p:par>
                        <p:par>
                          <p:cTn id="190" fill="hold">
                            <p:stCondLst>
                              <p:cond delay="81950"/>
                            </p:stCondLst>
                            <p:childTnLst>
                              <p:par>
                                <p:cTn id="191" presetID="1" presetClass="exit" presetSubtype="0" fill="hold" grpId="11" nodeType="afterEffect">
                                  <p:stCondLst>
                                    <p:cond delay="0"/>
                                  </p:stCondLst>
                                  <p:childTnLst>
                                    <p:set>
                                      <p:cBhvr>
                                        <p:cTn id="192" dur="1" fill="hold">
                                          <p:stCondLst>
                                            <p:cond delay="0"/>
                                          </p:stCondLst>
                                        </p:cTn>
                                        <p:tgtEl>
                                          <p:spTgt spid="4"/>
                                        </p:tgtEl>
                                        <p:attrNameLst>
                                          <p:attrName>style.visibility</p:attrName>
                                        </p:attrNameLst>
                                      </p:cBhvr>
                                      <p:to>
                                        <p:strVal val="hidden"/>
                                      </p:to>
                                    </p:set>
                                  </p:childTnLst>
                                </p:cTn>
                              </p:par>
                              <p:par>
                                <p:cTn id="193" presetID="1" presetClass="exit" presetSubtype="0" fill="hold" grpId="11" nodeType="withEffect">
                                  <p:stCondLst>
                                    <p:cond delay="0"/>
                                  </p:stCondLst>
                                  <p:childTnLst>
                                    <p:set>
                                      <p:cBhvr>
                                        <p:cTn id="194" dur="1" fill="hold">
                                          <p:stCondLst>
                                            <p:cond delay="0"/>
                                          </p:stCondLst>
                                        </p:cTn>
                                        <p:tgtEl>
                                          <p:spTgt spid="5"/>
                                        </p:tgtEl>
                                        <p:attrNameLst>
                                          <p:attrName>style.visibility</p:attrName>
                                        </p:attrNameLst>
                                      </p:cBhvr>
                                      <p:to>
                                        <p:strVal val="hidden"/>
                                      </p:to>
                                    </p:set>
                                  </p:childTnLst>
                                </p:cTn>
                              </p:par>
                            </p:childTnLst>
                          </p:cTn>
                        </p:par>
                        <p:par>
                          <p:cTn id="195" fill="hold">
                            <p:stCondLst>
                              <p:cond delay="84400"/>
                            </p:stCondLst>
                            <p:childTnLst>
                              <p:par>
                                <p:cTn id="196" presetID="10" presetClass="exit" presetSubtype="0" fill="hold" grpId="11" nodeType="afterEffect">
                                  <p:stCondLst>
                                    <p:cond delay="0"/>
                                  </p:stCondLst>
                                  <p:childTnLst>
                                    <p:animEffect transition="out" filter="fade">
                                      <p:cBhvr>
                                        <p:cTn id="197" dur="1000"/>
                                        <p:tgtEl>
                                          <p:spTgt spid="6"/>
                                        </p:tgtEl>
                                      </p:cBhvr>
                                    </p:animEffect>
                                    <p:set>
                                      <p:cBhvr>
                                        <p:cTn id="198" dur="1" fill="hold">
                                          <p:stCondLst>
                                            <p:cond delay="9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4" grpId="0" animBg="1"/>
      <p:bldP spid="17" grpId="0" animBg="1"/>
      <p:bldP spid="18" grpId="0" animBg="1"/>
      <p:bldP spid="18" grpId="1" animBg="1"/>
      <p:bldP spid="19" grpId="0" animBg="1"/>
      <p:bldP spid="20"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Egiptul: Darul Nilului</dc:title>
  <dc:subject>PptxGenJS Presentation</dc:subject>
  <dc:creator>PptxGenJS</dc:creator>
  <cp:lastModifiedBy>PptxGenJS</cp:lastModifiedBy>
  <cp:revision>1</cp:revision>
  <dcterms:created xsi:type="dcterms:W3CDTF">2026-09-25T15:47:59Z</dcterms:created>
  <dcterms:modified xsi:type="dcterms:W3CDTF">2026-09-25T15:47:59Z</dcterms:modified>
</cp:coreProperties>
</file>